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A6DD140A.xml" ContentType="application/vnd.openxmlformats-officedocument.presentationml.slideMaster+xml"/>
  <Override PartName="/ppt/slides/slide_A01_6197F230.xml" ContentType="application/vnd.openxmlformats-officedocument.presentationml.slide+xml"/>
  <Override PartName="/ppt/slides/slide_A02_255C5A4D.xml" ContentType="application/vnd.openxmlformats-officedocument.presentationml.slide+xml"/>
  <Override PartName="/ppt/slides/slide_A03_F7B03165.xml" ContentType="application/vnd.openxmlformats-officedocument.presentationml.slide+xml"/>
  <Override PartName="/ppt/slides/slide_A04_E443B06C.xml" ContentType="application/vnd.openxmlformats-officedocument.presentationml.slide+xml"/>
  <Override PartName="/ppt/slides/slide_A05_A28A4562.xml" ContentType="application/vnd.openxmlformats-officedocument.presentationml.slide+xml"/>
  <Override PartName="/ppt/slides/slide_A06_9FEB31B1.xml" ContentType="application/vnd.openxmlformats-officedocument.presentationml.slide+xml"/>
  <Override PartName="/ppt/slides/slide_A07_D69977D7.xml" ContentType="application/vnd.openxmlformats-officedocument.presentationml.slide+xml"/>
  <Override PartName="/ppt/slides/slide_A08_54130C3A.xml" ContentType="application/vnd.openxmlformats-officedocument.presentationml.slide+xml"/>
  <Override PartName="/ppt/slides/slide_A09_1B280733.xml" ContentType="application/vnd.openxmlformats-officedocument.presentationml.slide+xml"/>
  <Override PartName="/ppt/slides/slide_A0A_80F85B9F.xml" ContentType="application/vnd.openxmlformats-officedocument.presentationml.slide+xml"/>
  <Override PartName="/ppt/slides/slide_A0B_4F4DC9A8.xml" ContentType="application/vnd.openxmlformats-officedocument.presentationml.slide+xml"/>
  <Override PartName="/ppt/slides/slide_A0C_B83F9CEE.xml" ContentType="application/vnd.openxmlformats-officedocument.presentationml.slide+xml"/>
  <Override PartName="/ppt/slides/slide_A0D_9942D8DB.xml" ContentType="application/vnd.openxmlformats-officedocument.presentationml.slide+xml"/>
  <Override PartName="/ppt/slides/slide_A0E_66C3A4E.xml" ContentType="application/vnd.openxmlformats-officedocument.presentationml.slide+xml"/>
  <Override PartName="/ppt/slides/slide_A0F_5C21F385.xml" ContentType="application/vnd.openxmlformats-officedocument.presentationml.slide+xml"/>
  <Override PartName="/ppt/slides/slide_A10_159D949F.xml" ContentType="application/vnd.openxmlformats-officedocument.presentationml.slide+xml"/>
  <Override PartName="/ppt/slides/slide_A11_CC5A6F0A.xml" ContentType="application/vnd.openxmlformats-officedocument.presentationml.slide+xml"/>
  <Override PartName="/ppt/slides/slide_A12_4ABA9726.xml" ContentType="application/vnd.openxmlformats-officedocument.presentationml.slide+xml"/>
  <Override PartName="/ppt/slides/slide_A13_FE7956F0.xml" ContentType="application/vnd.openxmlformats-officedocument.presentationml.slide+xml"/>
  <Override PartName="/ppt/notesMasters/notesMaster_0_9CC5022B.xml" ContentType="application/vnd.openxmlformats-officedocument.presentationml.notesMaster+xml"/>
  <Override PartName="/ppt/presProps.xml" ContentType="application/vnd.openxmlformats-officedocument.presentationml.presProps+xml"/>
  <Override PartName="/ppt/theme/theme_80000000_A6DD140A.xml" ContentType="application/vnd.openxmlformats-officedocument.theme+xml"/>
  <Override PartName="/ppt/tableStyles.xml" ContentType="application/vnd.openxmlformats-officedocument.presentationml.tableStyles+xml"/>
  <Override PartName="/ppt/slideLayouts/slideLayout_80000001_93E835F0.xml" ContentType="application/vnd.openxmlformats-officedocument.presentationml.slideLayout+xml"/>
  <Override PartName="/ppt/slideLayouts/slideLayout_80000002_6379CFFE.xml" ContentType="application/vnd.openxmlformats-officedocument.presentationml.slideLayout+xml"/>
  <Override PartName="/ppt/slideLayouts/slideLayout_80000003_D4F5E24E.xml" ContentType="application/vnd.openxmlformats-officedocument.presentationml.slideLayout+xml"/>
  <Override PartName="/ppt/slideLayouts/slideLayout_80000004_82790DE6.xml" ContentType="application/vnd.openxmlformats-officedocument.presentationml.slideLayout+xml"/>
  <Override PartName="/ppt/slideLayouts/slideLayout_80000005_1BD3C5A7.xml" ContentType="application/vnd.openxmlformats-officedocument.presentationml.slideLayout+xml"/>
  <Override PartName="/ppt/slideLayouts/slideLayout_80000006_B99BFC91.xml" ContentType="application/vnd.openxmlformats-officedocument.presentationml.slideLayout+xml"/>
  <Override PartName="/ppt/slideLayouts/slideLayout_80000007_17057CC.xml" ContentType="application/vnd.openxmlformats-officedocument.presentationml.slideLayout+xml"/>
  <Override PartName="/ppt/slideLayouts/slideLayout_80000008_7578BF56.xml" ContentType="application/vnd.openxmlformats-officedocument.presentationml.slideLayout+xml"/>
  <Override PartName="/ppt/slideLayouts/slideLayout_80000009_6C323EB0.xml" ContentType="application/vnd.openxmlformats-officedocument.presentationml.slideLayout+xml"/>
  <Override PartName="/ppt/slideLayouts/slideLayout_8000000A_66CAA351.xml" ContentType="application/vnd.openxmlformats-officedocument.presentationml.slideLayout+xml"/>
  <Override PartName="/ppt/slideLayouts/slideLayout_8000000B_70D46F6D.xml" ContentType="application/vnd.openxmlformats-officedocument.presentationml.slideLayout+xml"/>
  <Override PartName="/ppt/slideLayouts/slideLayout_80000018_474A342A.xml" ContentType="application/vnd.openxmlformats-officedocument.presentationml.slideLayout+xml"/>
  <Override PartName="/ppt/slideLayouts/slideLayout_80000019_6329FC8A.xml" ContentType="application/vnd.openxmlformats-officedocument.presentationml.slideLayout+xml"/>
  <Override PartName="/ppt/slideLayouts/slideLayout_8000001A_F1F1D18A.xml" ContentType="application/vnd.openxmlformats-officedocument.presentationml.slideLayout+xml"/>
  <Override PartName="/ppt/slideLayouts/slideLayout_8000001B_D32A4AE3.xml" ContentType="application/vnd.openxmlformats-officedocument.presentationml.slideLayout+xml"/>
  <Override PartName="/ppt/slideLayouts/slideLayout_8000001C_CAD36B7A.xml" ContentType="application/vnd.openxmlformats-officedocument.presentationml.slideLayout+xml"/>
  <Override PartName="/ppt/slideLayouts/slideLayout_8000001D_EB2B1E0.xml" ContentType="application/vnd.openxmlformats-officedocument.presentationml.slideLayout+xml"/>
  <Override PartName="/ppt/slideLayouts/slideLayout_8000001E_682211D7.xml" ContentType="application/vnd.openxmlformats-officedocument.presentationml.slideLayout+xml"/>
  <Override PartName="/ppt/slideLayouts/slideLayout_8000001F_CA900C3E.xml" ContentType="application/vnd.openxmlformats-officedocument.presentationml.slideLayout+xml"/>
  <Override PartName="/ppt/slideLayouts/slideLayout_80000020_7183A5CC.xml" ContentType="application/vnd.openxmlformats-officedocument.presentationml.slideLayout+xml"/>
  <Override PartName="/ppt/slideLayouts/slideLayout_80000021_C4B51255.xml" ContentType="application/vnd.openxmlformats-officedocument.presentationml.slideLayout+xml"/>
  <Override PartName="/ppt/slideLayouts/slideLayout_80000022_36DF681B.xml" ContentType="application/vnd.openxmlformats-officedocument.presentationml.slideLayout+xml"/>
  <Override PartName="/ppt/slideLayouts/slideLayout_80000023_CC3170AA.xml" ContentType="application/vnd.openxmlformats-officedocument.presentationml.slideLayout+xml"/>
  <Override PartName="/ppt/slideLayouts/slideLayout_80000024_99BE62AC.xml" ContentType="application/vnd.openxmlformats-officedocument.presentationml.slideLayout+xml"/>
  <Override PartName="/ppt/slideLayouts/slideLayout_80000025_AC2A560B.xml" ContentType="application/vnd.openxmlformats-officedocument.presentationml.slideLayout+xml"/>
  <Override PartName="/ppt/slideLayouts/slideLayout_80000026_4A13A64E.xml" ContentType="application/vnd.openxmlformats-officedocument.presentationml.slideLayout+xml"/>
  <Override PartName="/ppt/slideLayouts/slideLayout_80000027_E7286BC8.xml" ContentType="application/vnd.openxmlformats-officedocument.presentationml.slideLayout+xml"/>
  <Override PartName="/ppt/slideLayouts/slideLayout_80000028_CCBCB55D.xml" ContentType="application/vnd.openxmlformats-officedocument.presentationml.slideLayout+xml"/>
  <Override PartName="/ppt/slideLayouts/slideLayout_80000029_4E4A158F.xml" ContentType="application/vnd.openxmlformats-officedocument.presentationml.slideLayout+xml"/>
  <Override PartName="/ppt/slideLayouts/slideLayout_8000002A_426DCF22.xml" ContentType="application/vnd.openxmlformats-officedocument.presentationml.slideLayout+xml"/>
  <Override PartName="/ppt/slideLayouts/slideLayout_8000002B_F38BEC87.xml" ContentType="application/vnd.openxmlformats-officedocument.presentationml.slideLayout+xml"/>
  <Override PartName="/ppt/slideLayouts/slideLayout_8000002C_BE5A461E.xml" ContentType="application/vnd.openxmlformats-officedocument.presentationml.slideLayout+xml"/>
  <Override PartName="/ppt/slideLayouts/slideLayout_8000002D_D130913A.xml" ContentType="application/vnd.openxmlformats-officedocument.presentationml.slideLayout+xml"/>
  <Override PartName="/ppt/slideLayouts/slideLayout_8000002E_EF93EA0A.xml" ContentType="application/vnd.openxmlformats-officedocument.presentationml.slideLayout+xml"/>
  <Override PartName="/ppt/slideLayouts/slideLayout_8000002F_D1098269.xml" ContentType="application/vnd.openxmlformats-officedocument.presentationml.slideLayout+xml"/>
  <Override PartName="/ppt/slideLayouts/slideLayout_80000030_1CBAFECE.xml" ContentType="application/vnd.openxmlformats-officedocument.presentationml.slideLayout+xml"/>
  <Override PartName="/ppt/slideLayouts/slideLayout_80000031_D7903CA.xml" ContentType="application/vnd.openxmlformats-officedocument.presentationml.slideLayout+xml"/>
  <Override PartName="/ppt/slideLayouts/slideLayout_80000032_44ED5AD8.xml" ContentType="application/vnd.openxmlformats-officedocument.presentationml.slideLayout+xml"/>
  <Override PartName="/ppt/slideLayouts/slideLayout_80000033_2857B4E0.xml" ContentType="application/vnd.openxmlformats-officedocument.presentationml.slideLayout+xml"/>
  <Override PartName="/ppt/slideLayouts/slideLayout_80000034_C393E50A.xml" ContentType="application/vnd.openxmlformats-officedocument.presentationml.slideLayout+xml"/>
  <Override PartName="/ppt/slideLayouts/slideLayout_80000035_1B8CFE1F.xml" ContentType="application/vnd.openxmlformats-officedocument.presentationml.slideLayout+xml"/>
  <Override PartName="/ppt/slideLayouts/slideLayout_80000036_B89FBD02.xml" ContentType="application/vnd.openxmlformats-officedocument.presentationml.slideLayout+xml"/>
  <Override PartName="/ppt/slideLayouts/slideLayout_80000037_7C4246B8.xml" ContentType="application/vnd.openxmlformats-officedocument.presentationml.slideLayout+xml"/>
  <Override PartName="/ppt/slideLayouts/slideLayout_80000038_5C2CE984.xml" ContentType="application/vnd.openxmlformats-officedocument.presentationml.slideLayout+xml"/>
  <Override PartName="/ppt/slideLayouts/slideLayout_80000039_BA65211.xml" ContentType="application/vnd.openxmlformats-officedocument.presentationml.slideLayout+xml"/>
  <Override PartName="/ppt/slideLayouts/slideLayout_8000003A_F6E0A0BD.xml" ContentType="application/vnd.openxmlformats-officedocument.presentationml.slideLayout+xml"/>
  <Override PartName="/ppt/slideLayouts/slideLayout_8000003B_258A3943.xml" ContentType="application/vnd.openxmlformats-officedocument.presentationml.slideLayout+xml"/>
  <Override PartName="/ppt/slideLayouts/slideLayout_8000003C_D93BA9EA.xml" ContentType="application/vnd.openxmlformats-officedocument.presentationml.slideLayout+xml"/>
  <Override PartName="/ppt/slideLayouts/slideLayout_8000003D_F444FD42.xml" ContentType="application/vnd.openxmlformats-officedocument.presentationml.slideLayout+xml"/>
  <Override PartName="/ppt/slideLayouts/slideLayout_8000003E_839E111D.xml" ContentType="application/vnd.openxmlformats-officedocument.presentationml.slideLayout+xml"/>
  <Override PartName="/ppt/slideLayouts/slideLayout_8000003F_71C2B20.xml" ContentType="application/vnd.openxmlformats-officedocument.presentationml.slideLayout+xml"/>
  <Override PartName="/ppt/slideLayouts/slideLayout_80000040_F89AEC14.xml" ContentType="application/vnd.openxmlformats-officedocument.presentationml.slideLayout+xml"/>
  <Override PartName="/ppt/slideLayouts/slideLayout_80000041_81C09FA0.xml" ContentType="application/vnd.openxmlformats-officedocument.presentationml.slideLayout+xml"/>
  <Override PartName="/ppt/slideLayouts/slideLayout_80000042_5741F7AD.xml" ContentType="application/vnd.openxmlformats-officedocument.presentationml.slideLayout+xml"/>
  <Override PartName="/ppt/slideLayouts/slideLayout_80000043_8E479550.xml" ContentType="application/vnd.openxmlformats-officedocument.presentationml.slideLayout+xml"/>
  <Override PartName="/ppt/slideLayouts/slideLayout_80000044_45FFE676.xml" ContentType="application/vnd.openxmlformats-officedocument.presentationml.slideLayout+xml"/>
  <Override PartName="/ppt/slideLayouts/slideLayout_80000045_A564ADCA.xml" ContentType="application/vnd.openxmlformats-officedocument.presentationml.slideLayout+xml"/>
  <Override PartName="/ppt/theme/theme_0_9CC5022B.xml" ContentType="application/vnd.openxmlformats-officedocument.theme+xml"/>
  <Override PartName="/ppt/notesSlides/notesSlide_A01_6197F230.xml" ContentType="application/vnd.openxmlformats-officedocument.presentationml.notesSlide+xml"/>
  <Override PartName="/ppt/notesSlides/notesSlide_A02_255C5A4D.xml" ContentType="application/vnd.openxmlformats-officedocument.presentationml.notesSlide+xml"/>
  <Override PartName="/ppt/notesSlides/notesSlide_A03_F7B03165.xml" ContentType="application/vnd.openxmlformats-officedocument.presentationml.notesSlide+xml"/>
  <Override PartName="/ppt/notesSlides/notesSlide_A04_E443B06C.xml" ContentType="application/vnd.openxmlformats-officedocument.presentationml.notesSlide+xml"/>
  <Override PartName="/ppt/notesSlides/notesSlide_A05_A28A4562.xml" ContentType="application/vnd.openxmlformats-officedocument.presentationml.notesSlide+xml"/>
  <Override PartName="/ppt/notesSlides/notesSlide_A06_9FEB31B1.xml" ContentType="application/vnd.openxmlformats-officedocument.presentationml.notesSlide+xml"/>
  <Override PartName="/ppt/notesSlides/notesSlide_A07_D69977D7.xml" ContentType="application/vnd.openxmlformats-officedocument.presentationml.notesSlide+xml"/>
  <Override PartName="/ppt/notesSlides/notesSlide_A08_54130C3A.xml" ContentType="application/vnd.openxmlformats-officedocument.presentationml.notesSlide+xml"/>
  <Override PartName="/ppt/notesSlides/notesSlide_A09_1B280733.xml" ContentType="application/vnd.openxmlformats-officedocument.presentationml.notesSlide+xml"/>
  <Override PartName="/ppt/notesSlides/notesSlide_A0A_80F85B9F.xml" ContentType="application/vnd.openxmlformats-officedocument.presentationml.notesSlide+xml"/>
  <Override PartName="/ppt/notesSlides/notesSlide_A0B_4F4DC9A8.xml" ContentType="application/vnd.openxmlformats-officedocument.presentationml.notesSlide+xml"/>
  <Override PartName="/ppt/notesSlides/notesSlide_A0C_B83F9CEE.xml" ContentType="application/vnd.openxmlformats-officedocument.presentationml.notesSlide+xml"/>
  <Override PartName="/ppt/notesSlides/notesSlide_A0D_9942D8DB.xml" ContentType="application/vnd.openxmlformats-officedocument.presentationml.notesSlide+xml"/>
  <Override PartName="/ppt/notesSlides/notesSlide_A0E_66C3A4E.xml" ContentType="application/vnd.openxmlformats-officedocument.presentationml.notesSlide+xml"/>
  <Override PartName="/ppt/notesSlides/notesSlide_A0F_5C21F385.xml" ContentType="application/vnd.openxmlformats-officedocument.presentationml.notesSlide+xml"/>
  <Override PartName="/ppt/notesSlides/notesSlide_A10_159D949F.xml" ContentType="application/vnd.openxmlformats-officedocument.presentationml.notesSlide+xml"/>
  <Override PartName="/ppt/notesSlides/notesSlide_A11_CC5A6F0A.xml" ContentType="application/vnd.openxmlformats-officedocument.presentationml.notesSlide+xml"/>
  <Override PartName="/ppt/notesSlides/notesSlide_A12_4ABA9726.xml" ContentType="application/vnd.openxmlformats-officedocument.presentationml.notesSlide+xml"/>
  <Override PartName="/ppt/notesSlides/notesSlide_A13_FE7956F0.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to IETF CoAP, CORE, and CORECONF with YANG Tooling" id="{CE49FF36-E5F9-4A1D-9F42-7E401AC680CE}">
          <p14:sldIdLst>
            <p14:sldId id="2561"/>
          </p14:sldIdLst>
        </p14:section>
        <p14:section name="Context and Scope of the Presentation" id="{1A908649-087C-4E30-8E6F-0ABD818563CB}">
          <p14:sldIdLst>
            <p14:sldId id="2562"/>
            <p14:sldId id="2563"/>
          </p14:sldIdLst>
        </p14:section>
        <p14:section name="IETF CORE and CoAP Fundamentals" id="{4B2BEFAE-47A6-4B01-97F5-E930EB737C45}">
          <p14:sldIdLst>
            <p14:sldId id="2564"/>
            <p14:sldId id="2565"/>
            <p14:sldId id="2566"/>
            <p14:sldId id="2567"/>
          </p14:sldIdLst>
        </p14:section>
        <p14:section name="CORE Architecture and Management Motivation" id="{0B4D16EB-CCF8-414C-AA9A-4C13C7A7FA8E}">
          <p14:sldIdLst>
            <p14:sldId id="2568"/>
            <p14:sldId id="2569"/>
            <p14:sldId id="2570"/>
          </p14:sldIdLst>
        </p14:section>
        <p14:section name="CORECONF and YANG-Based Management" id="{4F045C6F-5E34-466A-931D-3EEFA9289B41}">
          <p14:sldIdLst>
            <p14:sldId id="2571"/>
            <p14:sldId id="2572"/>
            <p14:sldId id="2573"/>
            <p14:sldId id="2574"/>
          </p14:sldIdLst>
        </p14:section>
        <p14:section name="YANG Tooling and Practical Workflows" id="{1E32098A-4CA3-4C8B-BD8F-07057E33376A}">
          <p14:sldIdLst>
            <p14:sldId id="2575"/>
            <p14:sldId id="2576"/>
            <p14:sldId id="2577"/>
            <p14:sldId id="2578"/>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D69977D7.xml"/><Relationship Id="rId13" Type="http://schemas.openxmlformats.org/officeDocument/2006/relationships/slide" Target="slides/slide_A0C_B83F9CEE.xml"/><Relationship Id="rId18" Type="http://schemas.openxmlformats.org/officeDocument/2006/relationships/slide" Target="slides/slide_A11_CC5A6F0A.xml"/><Relationship Id="rId3" Type="http://schemas.openxmlformats.org/officeDocument/2006/relationships/slide" Target="slides/slide_A02_255C5A4D.xml"/><Relationship Id="rId21" Type="http://schemas.openxmlformats.org/officeDocument/2006/relationships/notesMaster" Target="notesMasters/notesMaster_0_9CC5022B.xml"/><Relationship Id="rId7" Type="http://schemas.openxmlformats.org/officeDocument/2006/relationships/slide" Target="slides/slide_A06_9FEB31B1.xml"/><Relationship Id="rId12" Type="http://schemas.openxmlformats.org/officeDocument/2006/relationships/slide" Target="slides/slide_A0B_4F4DC9A8.xml"/><Relationship Id="rId17" Type="http://schemas.openxmlformats.org/officeDocument/2006/relationships/slide" Target="slides/slide_A10_159D949F.xml"/><Relationship Id="rId2" Type="http://schemas.openxmlformats.org/officeDocument/2006/relationships/slide" Target="slides/slide_A01_6197F230.xml"/><Relationship Id="rId16" Type="http://schemas.openxmlformats.org/officeDocument/2006/relationships/slide" Target="slides/slide_A0F_5C21F385.xml"/><Relationship Id="rId20" Type="http://schemas.openxmlformats.org/officeDocument/2006/relationships/slide" Target="slides/slide_A13_FE7956F0.xml"/><Relationship Id="rId1" Type="http://schemas.openxmlformats.org/officeDocument/2006/relationships/slideMaster" Target="slideMasters/slideMaster_80000000_A6DD140A.xml"/><Relationship Id="rId6" Type="http://schemas.openxmlformats.org/officeDocument/2006/relationships/slide" Target="slides/slide_A05_A28A4562.xml"/><Relationship Id="rId11" Type="http://schemas.openxmlformats.org/officeDocument/2006/relationships/slide" Target="slides/slide_A0A_80F85B9F.xml"/><Relationship Id="rId24" Type="http://schemas.openxmlformats.org/officeDocument/2006/relationships/tableStyles" Target="tableStyles.xml"/><Relationship Id="rId5" Type="http://schemas.openxmlformats.org/officeDocument/2006/relationships/slide" Target="slides/slide_A04_E443B06C.xml"/><Relationship Id="rId15" Type="http://schemas.openxmlformats.org/officeDocument/2006/relationships/slide" Target="slides/slide_A0E_66C3A4E.xml"/><Relationship Id="rId23" Type="http://schemas.openxmlformats.org/officeDocument/2006/relationships/theme" Target="theme/theme_80000000_A6DD140A.xml"/><Relationship Id="rId10" Type="http://schemas.openxmlformats.org/officeDocument/2006/relationships/slide" Target="slides/slide_A09_1B280733.xml"/><Relationship Id="rId19" Type="http://schemas.openxmlformats.org/officeDocument/2006/relationships/slide" Target="slides/slide_A12_4ABA9726.xml"/><Relationship Id="rId4" Type="http://schemas.openxmlformats.org/officeDocument/2006/relationships/slide" Target="slides/slide_A03_F7B03165.xml"/><Relationship Id="rId9" Type="http://schemas.openxmlformats.org/officeDocument/2006/relationships/slide" Target="slides/slide_A08_54130C3A.xml"/><Relationship Id="rId14" Type="http://schemas.openxmlformats.org/officeDocument/2006/relationships/slide" Target="slides/slide_A0D_9942D8DB.xml"/><Relationship Id="rId22" Type="http://schemas.openxmlformats.org/officeDocument/2006/relationships/presProps" Target="presProps.xml"/></Relationships>
</file>

<file path=ppt/notesMasters/_rels/notesMaster_0_9CC5022B.xml.rels><?xml version="1.0" encoding="UTF-8" standalone="yes"?>
<Relationships xmlns="http://schemas.openxmlformats.org/package/2006/relationships"><Relationship Id="rId1" Type="http://schemas.openxmlformats.org/officeDocument/2006/relationships/theme" Target="../theme/theme_0_9CC5022B.xml"/></Relationships>
</file>

<file path=ppt/notesMasters/notesMaster_0_9CC5022B.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C7897F-51D3-439A-88B2-763B369B74F8}"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71B494-F9A5-4A2E-8214-2D13B7C90F8A}" type="slidenum">
              <a:t/>
            </a:fld>
            <a:endParaRPr lang="en-US"/>
          </a:p>
        </p:txBody>
      </p:sp>
    </p:spTree>
    <p:extLst>
      <p:ext uri="{BB962C8B-B14F-4D97-AF65-F5344CB8AC3E}">
        <p14:creationId xmlns:p14="http://schemas.microsoft.com/office/powerpoint/2010/main" val="2630156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80F85B9F.xml.rels><?xml version="1.0" encoding="UTF-8" standalone="yes"?>
<Relationships xmlns="http://schemas.openxmlformats.org/package/2006/relationships"><Relationship Id="rId2" Type="http://schemas.openxmlformats.org/officeDocument/2006/relationships/slide" Target="../slides/slide_A0A_80F85B9F.xml"/><Relationship Id="rId1" Type="http://schemas.openxmlformats.org/officeDocument/2006/relationships/notesMaster" Target="../notesMasters/notesMaster_0_9CC5022B.xml"/></Relationships>
</file>

<file path=ppt/notesSlides/_rels/notesSlide_A0B_4F4DC9A8.xml.rels><?xml version="1.0" encoding="UTF-8" standalone="yes"?>
<Relationships xmlns="http://schemas.openxmlformats.org/package/2006/relationships"><Relationship Id="rId2" Type="http://schemas.openxmlformats.org/officeDocument/2006/relationships/slide" Target="../slides/slide_A0B_4F4DC9A8.xml"/><Relationship Id="rId1" Type="http://schemas.openxmlformats.org/officeDocument/2006/relationships/notesMaster" Target="../notesMasters/notesMaster_0_9CC5022B.xml"/></Relationships>
</file>

<file path=ppt/notesSlides/_rels/notesSlide_A0C_B83F9CEE.xml.rels><?xml version="1.0" encoding="UTF-8" standalone="yes"?>
<Relationships xmlns="http://schemas.openxmlformats.org/package/2006/relationships"><Relationship Id="rId2" Type="http://schemas.openxmlformats.org/officeDocument/2006/relationships/slide" Target="../slides/slide_A0C_B83F9CEE.xml"/><Relationship Id="rId1" Type="http://schemas.openxmlformats.org/officeDocument/2006/relationships/notesMaster" Target="../notesMasters/notesMaster_0_9CC5022B.xml"/></Relationships>
</file>

<file path=ppt/notesSlides/_rels/notesSlide_A0D_9942D8DB.xml.rels><?xml version="1.0" encoding="UTF-8" standalone="yes"?>
<Relationships xmlns="http://schemas.openxmlformats.org/package/2006/relationships"><Relationship Id="rId2" Type="http://schemas.openxmlformats.org/officeDocument/2006/relationships/slide" Target="../slides/slide_A0D_9942D8DB.xml"/><Relationship Id="rId1" Type="http://schemas.openxmlformats.org/officeDocument/2006/relationships/notesMaster" Target="../notesMasters/notesMaster_0_9CC5022B.xml"/></Relationships>
</file>

<file path=ppt/notesSlides/_rels/notesSlide_A0E_66C3A4E.xml.rels><?xml version="1.0" encoding="UTF-8" standalone="yes"?>
<Relationships xmlns="http://schemas.openxmlformats.org/package/2006/relationships"><Relationship Id="rId2" Type="http://schemas.openxmlformats.org/officeDocument/2006/relationships/slide" Target="../slides/slide_A0E_66C3A4E.xml"/><Relationship Id="rId1" Type="http://schemas.openxmlformats.org/officeDocument/2006/relationships/notesMaster" Target="../notesMasters/notesMaster_0_9CC5022B.xml"/></Relationships>
</file>

<file path=ppt/notesSlides/_rels/notesSlide_A0F_5C21F385.xml.rels><?xml version="1.0" encoding="UTF-8" standalone="yes"?>
<Relationships xmlns="http://schemas.openxmlformats.org/package/2006/relationships"><Relationship Id="rId2" Type="http://schemas.openxmlformats.org/officeDocument/2006/relationships/slide" Target="../slides/slide_A0F_5C21F385.xml"/><Relationship Id="rId1" Type="http://schemas.openxmlformats.org/officeDocument/2006/relationships/notesMaster" Target="../notesMasters/notesMaster_0_9CC5022B.xml"/></Relationships>
</file>

<file path=ppt/notesSlides/_rels/notesSlide_A01_6197F230.xml.rels><?xml version="1.0" encoding="UTF-8" standalone="yes"?>
<Relationships xmlns="http://schemas.openxmlformats.org/package/2006/relationships"><Relationship Id="rId2" Type="http://schemas.openxmlformats.org/officeDocument/2006/relationships/slide" Target="../slides/slide_A01_6197F230.xml"/><Relationship Id="rId1" Type="http://schemas.openxmlformats.org/officeDocument/2006/relationships/notesMaster" Target="../notesMasters/notesMaster_0_9CC5022B.xml"/></Relationships>
</file>

<file path=ppt/notesSlides/_rels/notesSlide_A02_255C5A4D.xml.rels><?xml version="1.0" encoding="UTF-8" standalone="yes"?>
<Relationships xmlns="http://schemas.openxmlformats.org/package/2006/relationships"><Relationship Id="rId2" Type="http://schemas.openxmlformats.org/officeDocument/2006/relationships/slide" Target="../slides/slide_A02_255C5A4D.xml"/><Relationship Id="rId1" Type="http://schemas.openxmlformats.org/officeDocument/2006/relationships/notesMaster" Target="../notesMasters/notesMaster_0_9CC5022B.xml"/></Relationships>
</file>

<file path=ppt/notesSlides/_rels/notesSlide_A03_F7B03165.xml.rels><?xml version="1.0" encoding="UTF-8" standalone="yes"?>
<Relationships xmlns="http://schemas.openxmlformats.org/package/2006/relationships"><Relationship Id="rId2" Type="http://schemas.openxmlformats.org/officeDocument/2006/relationships/slide" Target="../slides/slide_A03_F7B03165.xml"/><Relationship Id="rId1" Type="http://schemas.openxmlformats.org/officeDocument/2006/relationships/notesMaster" Target="../notesMasters/notesMaster_0_9CC5022B.xml"/></Relationships>
</file>

<file path=ppt/notesSlides/_rels/notesSlide_A04_E443B06C.xml.rels><?xml version="1.0" encoding="UTF-8" standalone="yes"?>
<Relationships xmlns="http://schemas.openxmlformats.org/package/2006/relationships"><Relationship Id="rId2" Type="http://schemas.openxmlformats.org/officeDocument/2006/relationships/slide" Target="../slides/slide_A04_E443B06C.xml"/><Relationship Id="rId1" Type="http://schemas.openxmlformats.org/officeDocument/2006/relationships/notesMaster" Target="../notesMasters/notesMaster_0_9CC5022B.xml"/></Relationships>
</file>

<file path=ppt/notesSlides/_rels/notesSlide_A05_A28A4562.xml.rels><?xml version="1.0" encoding="UTF-8" standalone="yes"?>
<Relationships xmlns="http://schemas.openxmlformats.org/package/2006/relationships"><Relationship Id="rId2" Type="http://schemas.openxmlformats.org/officeDocument/2006/relationships/slide" Target="../slides/slide_A05_A28A4562.xml"/><Relationship Id="rId1" Type="http://schemas.openxmlformats.org/officeDocument/2006/relationships/notesMaster" Target="../notesMasters/notesMaster_0_9CC5022B.xml"/></Relationships>
</file>

<file path=ppt/notesSlides/_rels/notesSlide_A06_9FEB31B1.xml.rels><?xml version="1.0" encoding="UTF-8" standalone="yes"?>
<Relationships xmlns="http://schemas.openxmlformats.org/package/2006/relationships"><Relationship Id="rId2" Type="http://schemas.openxmlformats.org/officeDocument/2006/relationships/slide" Target="../slides/slide_A06_9FEB31B1.xml"/><Relationship Id="rId1" Type="http://schemas.openxmlformats.org/officeDocument/2006/relationships/notesMaster" Target="../notesMasters/notesMaster_0_9CC5022B.xml"/></Relationships>
</file>

<file path=ppt/notesSlides/_rels/notesSlide_A07_D69977D7.xml.rels><?xml version="1.0" encoding="UTF-8" standalone="yes"?>
<Relationships xmlns="http://schemas.openxmlformats.org/package/2006/relationships"><Relationship Id="rId2" Type="http://schemas.openxmlformats.org/officeDocument/2006/relationships/slide" Target="../slides/slide_A07_D69977D7.xml"/><Relationship Id="rId1" Type="http://schemas.openxmlformats.org/officeDocument/2006/relationships/notesMaster" Target="../notesMasters/notesMaster_0_9CC5022B.xml"/></Relationships>
</file>

<file path=ppt/notesSlides/_rels/notesSlide_A08_54130C3A.xml.rels><?xml version="1.0" encoding="UTF-8" standalone="yes"?>
<Relationships xmlns="http://schemas.openxmlformats.org/package/2006/relationships"><Relationship Id="rId2" Type="http://schemas.openxmlformats.org/officeDocument/2006/relationships/slide" Target="../slides/slide_A08_54130C3A.xml"/><Relationship Id="rId1" Type="http://schemas.openxmlformats.org/officeDocument/2006/relationships/notesMaster" Target="../notesMasters/notesMaster_0_9CC5022B.xml"/></Relationships>
</file>

<file path=ppt/notesSlides/_rels/notesSlide_A09_1B280733.xml.rels><?xml version="1.0" encoding="UTF-8" standalone="yes"?>
<Relationships xmlns="http://schemas.openxmlformats.org/package/2006/relationships"><Relationship Id="rId2" Type="http://schemas.openxmlformats.org/officeDocument/2006/relationships/slide" Target="../slides/slide_A09_1B280733.xml"/><Relationship Id="rId1" Type="http://schemas.openxmlformats.org/officeDocument/2006/relationships/notesMaster" Target="../notesMasters/notesMaster_0_9CC5022B.xml"/></Relationships>
</file>

<file path=ppt/notesSlides/_rels/notesSlide_A10_159D949F.xml.rels><?xml version="1.0" encoding="UTF-8" standalone="yes"?>
<Relationships xmlns="http://schemas.openxmlformats.org/package/2006/relationships"><Relationship Id="rId2" Type="http://schemas.openxmlformats.org/officeDocument/2006/relationships/slide" Target="../slides/slide_A10_159D949F.xml"/><Relationship Id="rId1" Type="http://schemas.openxmlformats.org/officeDocument/2006/relationships/notesMaster" Target="../notesMasters/notesMaster_0_9CC5022B.xml"/></Relationships>
</file>

<file path=ppt/notesSlides/_rels/notesSlide_A11_CC5A6F0A.xml.rels><?xml version="1.0" encoding="UTF-8" standalone="yes"?>
<Relationships xmlns="http://schemas.openxmlformats.org/package/2006/relationships"><Relationship Id="rId2" Type="http://schemas.openxmlformats.org/officeDocument/2006/relationships/slide" Target="../slides/slide_A11_CC5A6F0A.xml"/><Relationship Id="rId1" Type="http://schemas.openxmlformats.org/officeDocument/2006/relationships/notesMaster" Target="../notesMasters/notesMaster_0_9CC5022B.xml"/></Relationships>
</file>

<file path=ppt/notesSlides/_rels/notesSlide_A12_4ABA9726.xml.rels><?xml version="1.0" encoding="UTF-8" standalone="yes"?>
<Relationships xmlns="http://schemas.openxmlformats.org/package/2006/relationships"><Relationship Id="rId2" Type="http://schemas.openxmlformats.org/officeDocument/2006/relationships/slide" Target="../slides/slide_A12_4ABA9726.xml"/><Relationship Id="rId1" Type="http://schemas.openxmlformats.org/officeDocument/2006/relationships/notesMaster" Target="../notesMasters/notesMaster_0_9CC5022B.xml"/></Relationships>
</file>

<file path=ppt/notesSlides/_rels/notesSlide_A13_FE7956F0.xml.rels><?xml version="1.0" encoding="UTF-8" standalone="yes"?>
<Relationships xmlns="http://schemas.openxmlformats.org/package/2006/relationships"><Relationship Id="rId2" Type="http://schemas.openxmlformats.org/officeDocument/2006/relationships/slide" Target="../slides/slide_A13_FE7956F0.xml"/><Relationship Id="rId1" Type="http://schemas.openxmlformats.org/officeDocument/2006/relationships/notesMaster" Target="../notesMasters/notesMaster_0_9CC5022B.xml"/></Relationships>
</file>

<file path=ppt/notesSlides/notesSlide_A0A_80F85B9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Traditional device management protocols such as SNMP, NETCONF, or RESTCONF are typically built on top of TCP and assume relatively capable devices and reliable networks. In constrained environments, these assumptions often do not hold. Limited RAM and flash, strict energy budgets, and lossy wireless links make it impractical to deploy heavyweight management stacks on many IoT devices.
At the same time, operational requirements for IoT systems are increasing. Operators need standardized ways to configure devices, manage firmware and parameters, monitor operational state, and ensure security compliance. Ad-hoc or proprietary management interfaces do not scale and create long-term maintenance challenges.
Management over CoAP addresses this gap by reusing REST principles while drastically reducing protocol overhead. By running over UDP and using compact encodings, CoAP-based management minimizes resource consumption on devices. It also integrates naturally with existing CORE security and discovery mechanisms.
The motivation for CORECONF specifically is to bring the structured, model-driven approach of YANG-based management into constrained environments. Instead of inventing new configuration models, CORECONF allows operators to apply the same YANG models they already use elsewhere, ensuring consistency across device classes and simplifying end-to-end management workflows.</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150720487"/>
      </p:ext>
    </p:extLst>
  </p:cSld>
  <p:clrMapOvr>
    <a:masterClrMapping/>
  </p:clrMapOvr>
</p:notes>
</file>

<file path=ppt/notesSlides/notesSlide_A0B_4F4DC9A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CORECONF Concept and Design Principles, How CORECONF Operations Work, Comparison with NETCONF and RESTCONF</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2947913285"/>
      </p:ext>
    </p:extLst>
  </p:cSld>
  <p:clrMapOvr>
    <a:masterClrMapping/>
  </p:clrMapOvr>
</p:notes>
</file>

<file path=ppt/notesSlides/notesSlide_A0C_B83F9CE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CORECONF is a management approach defined within the IETF CORE working group that adapts the principles of RESTCONF to constrained environments. Its primary objective is to enable configuration and state management of constrained devices using YANG data models, while relying on CoAP as the underlying transport protocol.
The design of CORECONF emphasizes reuse and alignment. Rather than defining new management semantics, CORECONF mirrors RESTCONF concepts such as datastore access, resource-oriented URLs, and CRUD operations. These concepts are mapped onto CoAP methods and URI paths in a way that preserves their meaning while remaining efficient.
A key design decision in CORECONF is the use of CBOR-encoded YANG data instead of XML or JSON. This significantly reduces message size and parsing complexity, which is critical for constrained devices. YANG-CBOR mappings define how YANG data trees are serialized into CBOR structures.
CORECONF is also designed to operate securely in constrained networks. It can be used in conjunction with DTLS or OSCORE, depending on deployment needs. By combining model-driven management with lightweight transport and encoding, CORECONF provides a practical solution for standardized device configuration in IoT environments.</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686829229"/>
      </p:ext>
    </p:extLst>
  </p:cSld>
  <p:clrMapOvr>
    <a:masterClrMapping/>
  </p:clrMapOvr>
</p:notes>
</file>

<file path=ppt/notesSlides/notesSlide_A0D_9942D8D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CORECONF operations are based on mapping YANG-defined data nodes to CoAP resources. Each relevant portion of the YANG data tree is exposed as a resource that can be accessed using standard CoAP methods. For example, a GET request retrieves configuration or state data, while PUT or POST requests modify configuration values.
Clients construct URIs that correspond to YANG paths, similar to how RESTCONF uses URL paths derived from YANG models. The payloads of CoAP requests and responses carry CBOR-encoded representations of the YANG data. This approach allows clients to perform fine-grained operations on individual configuration elements or larger subtrees.
CORECONF supports typical management tasks such as reading configuration, updating parameters, and retrieving operational state. While constrained profiles may limit some advanced features, the core semantics remain consistent with RESTCONF. This consistency simplifies the development of management applications that can target multiple device classes.
Error handling and status reporting follow CoAP conventions, with response codes indicating success or failure. By leveraging CoAP’s reliability mechanisms and optional observation features, CORECONF can also support monitoring scenarios where clients are notified of state changes without continuous polling.</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3578168050"/>
      </p:ext>
    </p:extLst>
  </p:cSld>
  <p:clrMapOvr>
    <a:masterClrMapping/>
  </p:clrMapOvr>
</p:notes>
</file>

<file path=ppt/notesSlides/notesSlide_A0E_66C3A4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NETCONF, RESTCONF, and CORECONF all provide YANG-based management, but they target different classes of devices and networks. NETCONF typically runs over SSH and uses XML encoding, making it suitable for routers, switches, and other relatively capable network elements. RESTCONF uses HTTP and commonly JSON, providing a more web-friendly interface while still assuming moderate device capabilities.
CORECONF, in contrast, is optimized for constrained environments. By using CoAP over UDP and CBOR encoding, it minimizes protocol overhead and resource usage. This makes it feasible to deploy on devices with limited memory and processing power, where NETCONF or RESTCONF would be impractical.
Despite these differences, all three approaches share the same YANG modeling foundation. This allows operators to reuse models and maintain a consistent view of configuration and state across heterogeneous networks. In practice, this means that a single YANG model can describe both a powerful gateway managed via NETCONF and a constrained sensor managed via CORECONF.
The table below summarizes the key differences in transport, encoding, and target environments, highlighting how CORECONF complements rather than replaces existing management protocols.</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2109586109"/>
      </p:ext>
    </p:extLst>
  </p:cSld>
  <p:clrMapOvr>
    <a:masterClrMapping/>
  </p:clrMapOvr>
</p:notes>
</file>

<file path=ppt/notesSlides/notesSlide_A0F_5C21F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Using YANG in Constrained Environments, Tooling Required for YANG and CORECONF, Typical End-to-End YANG and CORECONF Workflow, Key Takeaways and Summary</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2758869401"/>
      </p:ext>
    </p:extLst>
  </p:cSld>
  <p:clrMapOvr>
    <a:masterClrMapping/>
  </p:clrMapOvr>
</p:notes>
</file>

<file path=ppt/notesSlides/notesSlide_A01_6197F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4079478386"/>
      </p:ext>
    </p:extLst>
  </p:cSld>
  <p:clrMapOvr>
    <a:masterClrMapping/>
  </p:clrMapOvr>
</p:notes>
</file>

<file path=ppt/notesSlides/notesSlide_A02_255C5A4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Presentation Goals and Technical Scope</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1313856252"/>
      </p:ext>
    </p:extLst>
  </p:cSld>
  <p:clrMapOvr>
    <a:masterClrMapping/>
  </p:clrMapOvr>
</p:notes>
</file>

<file path=ppt/notesSlides/notesSlide_A03_F7B03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provides a structured introduction to the IETF technologies that enable management and configuration of constrained devices, with a specific focus on the Constrained Application Protocol (CoAP), the IETF CORE working group, and the CORECONF management approach. The primary goal is to explain how REST-based concepts familiar from HTTP, RESTCONF, and NETCONF are adapted to operate efficiently in constrained environments such as IoT endpoints, embedded controllers, and industrial devices. These environments are characterized by limited memory, low processing power, intermittent connectivity, and energy constraints, which make traditional management protocols unsuitable.
The scope begins with an overview of the IETF CORE working group and its mission, followed by a detailed explanation of CoAP as the foundational transfer protocol. The presentation then expands into the broader CORE architecture, showing how components such as security mechanisms and resource discovery fit together. Building on this foundation, CORECONF is introduced as a YANG-based configuration and management solution that mirrors RESTCONF semantics while operating over CoAP and using compact encodings such as CBOR.
A key emphasis is placed on interoperability and reuse. Rather than inventing new data models or management paradigms, CORECONF reuses YANG, allowing the same models to be applied across NETCONF, RESTCONF, and constrained-device environments. This significantly lowers the barrier for operators and vendors who already rely on YANG-based workflows. The presentation also highlights the practical tooling required to work with YANG in this context, including model validation, encoding, and client-side CoAP libraries.
By the end of this presentation, the audience should understand where CoAP and CORE fit within the IETF ecosystem, how CORECONF enables standardized device management for constrained nodes, and what tools and workflows are required to design, validate, and deploy YANG-based management solutions in low-power and lossy networks. The content is intended for engineers, architects, and standards practitioners who are familiar with networking concepts and are looking to extend structured management into IoT-scale deployments.</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3792732360"/>
      </p:ext>
    </p:extLst>
  </p:cSld>
  <p:clrMapOvr>
    <a:masterClrMapping/>
  </p:clrMapOvr>
</p:notes>
</file>

<file path=ppt/notesSlides/notesSlide_A04_E443B06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IETF CORE Working Group and Its Mission, Constrained Application Protocol (CoAP) Overview, Key CoAP Concepts and REST Mapping</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2586559006"/>
      </p:ext>
    </p:extLst>
  </p:cSld>
  <p:clrMapOvr>
    <a:masterClrMapping/>
  </p:clrMapOvr>
</p:notes>
</file>

<file path=ppt/notesSlides/notesSlide_A05_A28A45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IETF CORE working group, short for Constrained RESTful Environments, is responsible for standardizing protocols and mechanisms that bring REST-style interactions to constrained nodes and networks. Its work targets devices that cannot reasonably support traditional web technologies such as HTTP over TCP and TLS due to memory, CPU, bandwidth, or power limitations. Typical examples include battery-powered sensors, actuators, smart building components, and industrial field devices.
CORE’s mission is to adapt the architectural principles of the web—resources, URIs, representations, and stateless interactions—to environments with unreliable links and small MTUs. Rather than creating proprietary or siloed solutions, CORE focuses on open standards that promote interoperability across vendors and application domains. This is achieved by defining a small set of reusable building blocks, most notably CoAP, along with supporting specifications such as resource discovery, observation, and security profiles.
A defining characteristic of CORE is its close alignment with existing IETF technologies. IPv6, UDP, DTLS, OSCORE, CBOR, and YANG are all leveraged rather than replaced. This alignment ensures that constrained devices remain first-class citizens of IP networks and can be integrated into broader management and orchestration systems. CORE also collaborates closely with other working groups, such as OPSAWG and NETCONF, to ensure consistency in management semantics.
In practice, the CORE working group provides the foundation that allows constrained devices to be monitored, configured, and controlled using standardized interfaces. This foundation is critical for large-scale IoT deployments, where operational consistency, security, and lifecycle management are as important as raw device functionality. CORECONF, discussed later in this presentation, is a direct result of this mission, extending CORE’s scope from application data exchange to full device configuration and management.</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1814962740"/>
      </p:ext>
    </p:extLst>
  </p:cSld>
  <p:clrMapOvr>
    <a:masterClrMapping/>
  </p:clrMapOvr>
</p:notes>
</file>

<file path=ppt/notesSlides/notesSlide_A06_9FEB31B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Constrained Application Protocol, standardized as RFC 7252, is the core transfer protocol defined by the IETF CORE working group. CoAP is designed to provide RESTful semantics similar to HTTP while operating efficiently over constrained networks. Instead of TCP, CoAP runs over UDP, significantly reducing connection overhead and state requirements on both clients and servers.
CoAP defines a compact binary message format with a small fixed header, optional tokens, and extensible options. This design allows CoAP messages to fit within the limited payload sizes typical of low-power wireless technologies such as IEEE 802.15.4. Despite its compactness, CoAP supports familiar REST methods including GET, PUT, POST, and DELETE, enabling CRUD-style interactions with resources hosted on constrained devices.
Reliability in CoAP is achieved through a lightweight message layer that supports confirmable and non-confirmable messages, retransmissions, and duplicate detection. This approach avoids the complexity of TCP while still providing reliability where needed. CoAP also supports asynchronous interactions through the Observe extension, allowing clients to subscribe to resource updates instead of polling.
From a security perspective, CoAP can be protected using DTLS or OSCORE, depending on deployment requirements. DTLS provides channel security similar to TLS, while OSCORE secures individual messages end-to-end, even across intermediaries. These features make CoAP suitable not only for simple sensor data exchange but also for secure device management and configuration use cases.</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624715200"/>
      </p:ext>
    </p:extLst>
  </p:cSld>
  <p:clrMapOvr>
    <a:masterClrMapping/>
  </p:clrMapOvr>
</p:notes>
</file>

<file path=ppt/notesSlides/notesSlide_A07_D69977D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CoAP closely follows the REST architectural style, mapping web concepts into a form that constrained devices can handle. At the core of this mapping is the concept of resources, which are identified by URIs and represent data or functionality exposed by a device. Examples include sensor readings, configuration parameters, or control endpoints.
The standard CoAP methods—GET, PUT, POST, and DELETE—are used to retrieve, update, create, and remove resource representations. These methods have semantics intentionally aligned with HTTP, allowing developers and operators to reuse existing REST knowledge. CoAP responses include response codes similar in spirit to HTTP status codes, indicating success, client errors, or server errors.
CoAP also introduces features that are particularly important for constrained environments. The Observe extension allows a client to register interest in a resource and receive notifications when its state changes, reducing network traffic and energy consumption compared to periodic polling. Content negotiation is supported through content-format identifiers, enabling the use of compact encodings such as CBOR in addition to more verbose formats like JSON.
Another important concept is proxying and caching. CoAP supports forward and reverse proxies, which can bridge between CoAP and HTTP or aggregate traffic from constrained nodes. Caching of responses helps minimize repeated transmissions over lossy links. Together, these concepts make CoAP a practical and scalable foundation for both application data exchange and management operations in IoT systems.</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1658631479"/>
      </p:ext>
    </p:extLst>
  </p:cSld>
  <p:clrMapOvr>
    <a:masterClrMapping/>
  </p:clrMapOvr>
</p:notes>
</file>

<file path=ppt/notesSlides/notesSlide_A08_54130C3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Architectural Building Blocks, Why Device Management over CoAP Is Needed</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1014118430"/>
      </p:ext>
    </p:extLst>
  </p:cSld>
  <p:clrMapOvr>
    <a:masterClrMapping/>
  </p:clrMapOvr>
</p:notes>
</file>

<file path=ppt/notesSlides/notesSlide_A09_1B2807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CORE architecture is composed of several complementary building blocks that together enable interoperable communication and management of constrained devices. At the center is CoAP, which provides the RESTful transfer protocol. Around CoAP, the architecture includes mechanisms for resource discovery, security, group communication, and data encoding.
Resource discovery is commonly handled through the CoRE Link Format and Resource Directory specifications. These allow devices to advertise the resources they host and enable clients to discover available functionality dynamically. This is particularly important in large-scale deployments where devices may join and leave the network frequently.
Security is another fundamental component. Depending on the deployment, CORE architectures may use DTLS to secure the transport channel or OSCORE to provide object-level security. OSCORE is especially valuable in constrained networks with intermediaries, as it preserves end-to-end security even when proxies are involved.
Efficient data representation is achieved through the use of CBOR and related specifications such as YANG-CBOR. These encodings significantly reduce message sizes compared to XML or JSON, making them suitable for low-bandwidth links. Together, these building blocks create a flexible architecture that supports both simple data exchange and more advanced management use cases, including those addressed by CORECONF.</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744235624"/>
      </p:ext>
    </p:extLst>
  </p:cSld>
  <p:clrMapOvr>
    <a:masterClrMapping/>
  </p:clrMapOvr>
</p:notes>
</file>

<file path=ppt/notesSlides/notesSlide_A10_159D949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YANG serves as the common data modeling language across NETCONF, RESTCONF, and CORECONF, enabling a unified approach to device management. In constrained environments, YANG models may be profiled or restricted to reduce complexity, but the fundamental modeling concepts remain the same.
Using YANG in this context allows developers to define configuration and state data in a structured, machine-readable way. This structure enables validation, automated tooling, and consistency across implementations. Even constrained devices benefit from this approach, as it reduces ambiguity and simplifies interoperability testing.
Profiles may limit certain YANG features, such as complex types or large hierarchies, to ensure that implementations remain lightweight. However, the reuse of standard and industry-defined YANG models, such as those from IEEE or IETF, remains a major advantage.
Overall, YANG provides the semantic foundation that makes CORECONF practical. Without a standardized modeling language, management over CoAP would risk becoming fragmented and vendor-specific. YANG ensures that constrained-device management remains aligned with broader network management practices.</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3126154622"/>
      </p:ext>
    </p:extLst>
  </p:cSld>
  <p:clrMapOvr>
    <a:masterClrMapping/>
  </p:clrMapOvr>
</p:notes>
</file>

<file path=ppt/notesSlides/notesSlide_A11_CC5A6F0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Effective use of YANG and CORECONF relies on a set of well-established tools that support model development, validation, and deployment. YANG compilers and validators such as pyang and yanglint are essential for checking syntax, semantics, and compliance with modeling guidelines. These tools are used early in the development process to ensure model correctness.
For constrained environments, additional tooling is required to support CBOR encoding and decoding of YANG data. Libraries that implement YANG-CBOR mappings enable developers to serialize and parse data efficiently on both clients and devices. These libraries are a critical component of any CORECONF implementation.
CoAP client and server libraries are also required. These libraries handle message formatting, retransmissions, security integration, and URI handling. When combined with YANG-aware encoding, they form the runtime foundation for CORECONF management interactions.
Finally, integration and testing tools play an important role. Simulators, test harnesses, and interoperability events help validate that YANG models, encodings, and CoAP interactions work correctly together. This tooling ecosystem ensures that CORECONF deployments are robust, interoperable, and maintainable over time.</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280117730"/>
      </p:ext>
    </p:extLst>
  </p:cSld>
  <p:clrMapOvr>
    <a:masterClrMapping/>
  </p:clrMapOvr>
</p:notes>
</file>

<file path=ppt/notesSlides/notesSlide_A12_4ABA97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typical workflow for deploying YANG-based management using CORECONF begins with authoring or selecting appropriate YANG models. These models may come from standard bodies such as the IETF or IEEE, or they may be vendor-specific extensions. The models are validated using tools like pyang or yanglint to ensure correctness and compliance.
Next, the models are processed to support constrained operation. This may include generating CBOR schemas or code that maps YANG data nodes to efficient in-memory representations. Developers integrate these artifacts into device firmware and management applications.
On the device side, a CoAP server exposes CORECONF resources corresponding to the YANG data tree. Security is configured using DTLS or OSCORE as appropriate. On the client side, management applications use CoAP libraries and YANG-aware encoders to perform configuration and monitoring operations.
Finally, testing and deployment complete the workflow. Interoperability testing ensures that different implementations interpret models and encodings consistently. Once deployed, the same YANG models can be reused across NETCONF, RESTCONF, and CORECONF, providing a unified management strategy across the entire network.</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959792611"/>
      </p:ext>
    </p:extLst>
  </p:cSld>
  <p:clrMapOvr>
    <a:masterClrMapping/>
  </p:clrMapOvr>
</p:notes>
</file>

<file path=ppt/notesSlides/notesSlide_A13_FE7956F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CoAP, the IETF CORE architecture, and CORECONF together provide a comprehensive solution for managing constrained devices using standardized, interoperable technologies. CoAP delivers RESTful interactions with minimal overhead, making it suitable for low-power and lossy networks. CORE builds on this foundation with discovery, security, and efficient data representations.
CORECONF extends these capabilities into the management domain by reusing YANG and RESTCONF semantics in a form that constrained devices can support. This reuse ensures consistency across management protocols and protects existing investments in YANG modeling.
The required tooling—YANG validators, CBOR encoders, and CoAP libraries—forms a mature ecosystem that supports real-world deployments. By following structured workflows and leveraging standardized models, operators can manage diverse device populations efficiently.
Overall, CORECONF demonstrates how established network management principles can be successfully adapted to the IoT domain, enabling scalable, secure, and interoperable management of constrained devices.</a:t>
            </a:r>
          </a:p>
        </p:txBody>
      </p:sp>
      <p:sp>
        <p:nvSpPr>
          <p:cNvPr id="4" name="Slide Number Placeholder 3"/>
          <p:cNvSpPr>
            <a:spLocks noGrp="1"/>
          </p:cNvSpPr>
          <p:nvPr>
            <p:ph type="sldNum" sz="quarter" idx="5"/>
          </p:nvPr>
        </p:nvSpPr>
        <p:spPr/>
        <p:txBody>
          <a:bodyPr/>
          <a:lstStyle/>
          <a:p>
            <a:fld id="{491D89FE-1EFE-422C-A01D-EB15C93B600B}" type="slidenum">
              <a:t/>
            </a:fld>
            <a:endParaRPr lang="en-US"/>
          </a:p>
        </p:txBody>
      </p:sp>
    </p:spTree>
    <p:extLst>
      <p:ext uri="{BB962C8B-B14F-4D97-AF65-F5344CB8AC3E}">
        <p14:creationId xmlns:p14="http://schemas.microsoft.com/office/powerpoint/2010/main" val="342401765"/>
      </p:ext>
    </p:extLst>
  </p:cSld>
  <p:clrMapOvr>
    <a:masterClrMapping/>
  </p:clrMapOvr>
</p:notes>
</file>

<file path=ppt/slideLayouts/_rels/slideLayout_8000000A_66CAA351.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0B_70D46F6D.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1A_F1F1D18A.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1B_D32A4AE3.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1C_CAD36B7A.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1D_EB2B1E0.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1E_682211D7.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1F_CA900C3E.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2A_426DCF22.xml.rels><?xml version="1.0" encoding="UTF-8" standalone="yes"?>
<Relationships xmlns="http://schemas.openxmlformats.org/package/2006/relationships"><Relationship Id="rId2" Type="http://schemas.openxmlformats.org/officeDocument/2006/relationships/image" Target="../media/image_24849286.jpeg"/><Relationship Id="rId1" Type="http://schemas.openxmlformats.org/officeDocument/2006/relationships/slideMaster" Target="../slideMasters/slideMaster_80000000_A6DD140A.xml"/></Relationships>
</file>

<file path=ppt/slideLayouts/_rels/slideLayout_8000002B_F38BEC87.xml.rels><?xml version="1.0" encoding="UTF-8" standalone="yes"?>
<Relationships xmlns="http://schemas.openxmlformats.org/package/2006/relationships"><Relationship Id="rId2" Type="http://schemas.openxmlformats.org/officeDocument/2006/relationships/image" Target="../media/image_EDC7622.jpeg"/><Relationship Id="rId1" Type="http://schemas.openxmlformats.org/officeDocument/2006/relationships/slideMaster" Target="../slideMasters/slideMaster_80000000_A6DD140A.xml"/></Relationships>
</file>

<file path=ppt/slideLayouts/_rels/slideLayout_8000002C_BE5A461E.xml.rels><?xml version="1.0" encoding="UTF-8" standalone="yes"?>
<Relationships xmlns="http://schemas.openxmlformats.org/package/2006/relationships"><Relationship Id="rId2" Type="http://schemas.openxmlformats.org/officeDocument/2006/relationships/image" Target="../media/image_EDC7622.jpeg"/><Relationship Id="rId1" Type="http://schemas.openxmlformats.org/officeDocument/2006/relationships/slideMaster" Target="../slideMasters/slideMaster_80000000_A6DD140A.xml"/></Relationships>
</file>

<file path=ppt/slideLayouts/_rels/slideLayout_8000002D_D130913A.xml.rels><?xml version="1.0" encoding="UTF-8" standalone="yes"?>
<Relationships xmlns="http://schemas.openxmlformats.org/package/2006/relationships"><Relationship Id="rId2" Type="http://schemas.openxmlformats.org/officeDocument/2006/relationships/image" Target="../media/image_33894BA5.jpeg"/><Relationship Id="rId1" Type="http://schemas.openxmlformats.org/officeDocument/2006/relationships/slideMaster" Target="../slideMasters/slideMaster_80000000_A6DD140A.xml"/></Relationships>
</file>

<file path=ppt/slideLayouts/_rels/slideLayout_8000002E_EF93EA0A.xml.rels><?xml version="1.0" encoding="UTF-8" standalone="yes"?>
<Relationships xmlns="http://schemas.openxmlformats.org/package/2006/relationships"><Relationship Id="rId2" Type="http://schemas.openxmlformats.org/officeDocument/2006/relationships/image" Target="../media/image_5CD6CA86.jpeg"/><Relationship Id="rId1" Type="http://schemas.openxmlformats.org/officeDocument/2006/relationships/slideMaster" Target="../slideMasters/slideMaster_80000000_A6DD140A.xml"/></Relationships>
</file>

<file path=ppt/slideLayouts/_rels/slideLayout_8000002F_D1098269.xml.rels><?xml version="1.0" encoding="UTF-8" standalone="yes"?>
<Relationships xmlns="http://schemas.openxmlformats.org/package/2006/relationships"><Relationship Id="rId2" Type="http://schemas.openxmlformats.org/officeDocument/2006/relationships/image" Target="../media/image_33894BA5.jpeg"/><Relationship Id="rId1" Type="http://schemas.openxmlformats.org/officeDocument/2006/relationships/slideMaster" Target="../slideMasters/slideMaster_80000000_A6DD140A.xml"/></Relationships>
</file>

<file path=ppt/slideLayouts/_rels/slideLayout_8000003A_F6E0A0BD.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B_258A3943.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C_D93BA9EA.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D_F444FD42.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E_839E111D.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F_71C2B20.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01_93E835F0.xml.rels><?xml version="1.0" encoding="UTF-8" standalone="yes"?>
<Relationships xmlns="http://schemas.openxmlformats.org/package/2006/relationships"><Relationship Id="rId2" Type="http://schemas.openxmlformats.org/officeDocument/2006/relationships/image" Target="../media/image_24849286.jpeg"/><Relationship Id="rId1" Type="http://schemas.openxmlformats.org/officeDocument/2006/relationships/slideMaster" Target="../slideMasters/slideMaster_80000000_A6DD140A.xml"/></Relationships>
</file>

<file path=ppt/slideLayouts/_rels/slideLayout_80000002_6379CFFE.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03_D4F5E24E.xml.rels><?xml version="1.0" encoding="UTF-8" standalone="yes"?>
<Relationships xmlns="http://schemas.openxmlformats.org/package/2006/relationships"><Relationship Id="rId2" Type="http://schemas.openxmlformats.org/officeDocument/2006/relationships/image" Target="../media/image_33894BA5.jpeg"/><Relationship Id="rId1" Type="http://schemas.openxmlformats.org/officeDocument/2006/relationships/slideMaster" Target="../slideMasters/slideMaster_80000000_A6DD140A.xml"/></Relationships>
</file>

<file path=ppt/slideLayouts/_rels/slideLayout_80000004_82790DE6.xml.rels><?xml version="1.0" encoding="UTF-8" standalone="yes"?>
<Relationships xmlns="http://schemas.openxmlformats.org/package/2006/relationships"><Relationship Id="rId2" Type="http://schemas.openxmlformats.org/officeDocument/2006/relationships/image" Target="../media/image_5CD6CA86.jpeg"/><Relationship Id="rId1" Type="http://schemas.openxmlformats.org/officeDocument/2006/relationships/slideMaster" Target="../slideMasters/slideMaster_80000000_A6DD140A.xml"/></Relationships>
</file>

<file path=ppt/slideLayouts/_rels/slideLayout_80000005_1BD3C5A7.xml.rels><?xml version="1.0" encoding="UTF-8" standalone="yes"?>
<Relationships xmlns="http://schemas.openxmlformats.org/package/2006/relationships"><Relationship Id="rId2" Type="http://schemas.openxmlformats.org/officeDocument/2006/relationships/image" Target="../media/image_24849286.jpeg"/><Relationship Id="rId1" Type="http://schemas.openxmlformats.org/officeDocument/2006/relationships/slideMaster" Target="../slideMasters/slideMaster_80000000_A6DD140A.xml"/></Relationships>
</file>

<file path=ppt/slideLayouts/_rels/slideLayout_80000006_B99BFC91.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07_17057CC.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08_7578BF56.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09_6C323EB0.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18_474A342A.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19_6329FC8A.xml.rels><?xml version="1.0" encoding="UTF-8" standalone="yes"?>
<Relationships xmlns="http://schemas.openxmlformats.org/package/2006/relationships"><Relationship Id="rId2" Type="http://schemas.openxmlformats.org/officeDocument/2006/relationships/image" Target="../media/image_33894BA5.jpeg"/><Relationship Id="rId1" Type="http://schemas.openxmlformats.org/officeDocument/2006/relationships/slideMaster" Target="../slideMasters/slideMaster_80000000_A6DD140A.xml"/></Relationships>
</file>

<file path=ppt/slideLayouts/_rels/slideLayout_80000020_7183A5CC.xml.rels><?xml version="1.0" encoding="UTF-8" standalone="yes"?>
<Relationships xmlns="http://schemas.openxmlformats.org/package/2006/relationships"><Relationship Id="rId2" Type="http://schemas.openxmlformats.org/officeDocument/2006/relationships/image" Target="../media/image_D8405E59.jpeg"/><Relationship Id="rId1" Type="http://schemas.openxmlformats.org/officeDocument/2006/relationships/slideMaster" Target="../slideMasters/slideMaster_80000000_A6DD140A.xml"/></Relationships>
</file>

<file path=ppt/slideLayouts/_rels/slideLayout_80000021_C4B51255.xml.rels><?xml version="1.0" encoding="UTF-8" standalone="yes"?>
<Relationships xmlns="http://schemas.openxmlformats.org/package/2006/relationships"><Relationship Id="rId2" Type="http://schemas.openxmlformats.org/officeDocument/2006/relationships/image" Target="../media/image_D8405E59.jpeg"/><Relationship Id="rId1" Type="http://schemas.openxmlformats.org/officeDocument/2006/relationships/slideMaster" Target="../slideMasters/slideMaster_80000000_A6DD140A.xml"/></Relationships>
</file>

<file path=ppt/slideLayouts/_rels/slideLayout_80000022_36DF681B.xml.rels><?xml version="1.0" encoding="UTF-8" standalone="yes"?>
<Relationships xmlns="http://schemas.openxmlformats.org/package/2006/relationships"><Relationship Id="rId2" Type="http://schemas.openxmlformats.org/officeDocument/2006/relationships/image" Target="../media/image_D8405E59.jpeg"/><Relationship Id="rId1" Type="http://schemas.openxmlformats.org/officeDocument/2006/relationships/slideMaster" Target="../slideMasters/slideMaster_80000000_A6DD140A.xml"/></Relationships>
</file>

<file path=ppt/slideLayouts/_rels/slideLayout_80000023_CC3170AA.xml.rels><?xml version="1.0" encoding="UTF-8" standalone="yes"?>
<Relationships xmlns="http://schemas.openxmlformats.org/package/2006/relationships"><Relationship Id="rId2" Type="http://schemas.openxmlformats.org/officeDocument/2006/relationships/image" Target="../media/image_D8405E59.jpeg"/><Relationship Id="rId1" Type="http://schemas.openxmlformats.org/officeDocument/2006/relationships/slideMaster" Target="../slideMasters/slideMaster_80000000_A6DD140A.xml"/></Relationships>
</file>

<file path=ppt/slideLayouts/_rels/slideLayout_80000024_99BE62AC.xml.rels><?xml version="1.0" encoding="UTF-8" standalone="yes"?>
<Relationships xmlns="http://schemas.openxmlformats.org/package/2006/relationships"><Relationship Id="rId2" Type="http://schemas.openxmlformats.org/officeDocument/2006/relationships/image" Target="../media/image_D8405E59.jpeg"/><Relationship Id="rId1" Type="http://schemas.openxmlformats.org/officeDocument/2006/relationships/slideMaster" Target="../slideMasters/slideMaster_80000000_A6DD140A.xml"/></Relationships>
</file>

<file path=ppt/slideLayouts/_rels/slideLayout_80000025_AC2A560B.xml.rels><?xml version="1.0" encoding="UTF-8" standalone="yes"?>
<Relationships xmlns="http://schemas.openxmlformats.org/package/2006/relationships"><Relationship Id="rId2" Type="http://schemas.openxmlformats.org/officeDocument/2006/relationships/image" Target="../media/image_D8405E59.jpeg"/><Relationship Id="rId1" Type="http://schemas.openxmlformats.org/officeDocument/2006/relationships/slideMaster" Target="../slideMasters/slideMaster_80000000_A6DD140A.xml"/></Relationships>
</file>

<file path=ppt/slideLayouts/_rels/slideLayout_80000026_4A13A64E.xml.rels><?xml version="1.0" encoding="UTF-8" standalone="yes"?>
<Relationships xmlns="http://schemas.openxmlformats.org/package/2006/relationships"><Relationship Id="rId2" Type="http://schemas.openxmlformats.org/officeDocument/2006/relationships/image" Target="../media/image_33894BA5.jpeg"/><Relationship Id="rId1" Type="http://schemas.openxmlformats.org/officeDocument/2006/relationships/slideMaster" Target="../slideMasters/slideMaster_80000000_A6DD140A.xml"/></Relationships>
</file>

<file path=ppt/slideLayouts/_rels/slideLayout_80000027_E7286BC8.xml.rels><?xml version="1.0" encoding="UTF-8" standalone="yes"?>
<Relationships xmlns="http://schemas.openxmlformats.org/package/2006/relationships"><Relationship Id="rId2" Type="http://schemas.openxmlformats.org/officeDocument/2006/relationships/image" Target="../media/image_33894BA5.jpeg"/><Relationship Id="rId1" Type="http://schemas.openxmlformats.org/officeDocument/2006/relationships/slideMaster" Target="../slideMasters/slideMaster_80000000_A6DD140A.xml"/></Relationships>
</file>

<file path=ppt/slideLayouts/_rels/slideLayout_80000028_CCBCB55D.xml.rels><?xml version="1.0" encoding="UTF-8" standalone="yes"?>
<Relationships xmlns="http://schemas.openxmlformats.org/package/2006/relationships"><Relationship Id="rId2" Type="http://schemas.openxmlformats.org/officeDocument/2006/relationships/image" Target="../media/image_33894BA5.jpeg"/><Relationship Id="rId1" Type="http://schemas.openxmlformats.org/officeDocument/2006/relationships/slideMaster" Target="../slideMasters/slideMaster_80000000_A6DD140A.xml"/></Relationships>
</file>

<file path=ppt/slideLayouts/_rels/slideLayout_80000029_4E4A158F.xml.rels><?xml version="1.0" encoding="UTF-8" standalone="yes"?>
<Relationships xmlns="http://schemas.openxmlformats.org/package/2006/relationships"><Relationship Id="rId2" Type="http://schemas.openxmlformats.org/officeDocument/2006/relationships/image" Target="../media/image_33894BA5.jpeg"/><Relationship Id="rId1" Type="http://schemas.openxmlformats.org/officeDocument/2006/relationships/slideMaster" Target="../slideMasters/slideMaster_80000000_A6DD140A.xml"/></Relationships>
</file>

<file path=ppt/slideLayouts/_rels/slideLayout_80000030_1CBAFECE.xml.rels><?xml version="1.0" encoding="UTF-8" standalone="yes"?>
<Relationships xmlns="http://schemas.openxmlformats.org/package/2006/relationships"><Relationship Id="rId2" Type="http://schemas.openxmlformats.org/officeDocument/2006/relationships/image" Target="../media/image_5CD6CA86.jpeg"/><Relationship Id="rId1" Type="http://schemas.openxmlformats.org/officeDocument/2006/relationships/slideMaster" Target="../slideMasters/slideMaster_80000000_A6DD140A.xml"/></Relationships>
</file>

<file path=ppt/slideLayouts/_rels/slideLayout_80000031_D7903CA.xml.rels><?xml version="1.0" encoding="UTF-8" standalone="yes"?>
<Relationships xmlns="http://schemas.openxmlformats.org/package/2006/relationships"><Relationship Id="rId2" Type="http://schemas.openxmlformats.org/officeDocument/2006/relationships/image" Target="../media/image_33894BA5.jpeg"/><Relationship Id="rId1" Type="http://schemas.openxmlformats.org/officeDocument/2006/relationships/slideMaster" Target="../slideMasters/slideMaster_80000000_A6DD140A.xml"/></Relationships>
</file>

<file path=ppt/slideLayouts/_rels/slideLayout_80000032_44ED5AD8.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3_2857B4E0.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4_C393E50A.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5_1B8CFE1F.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6_B89FBD02.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7_7C4246B8.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8_5C2CE984.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39_BA65211.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40_F89AEC14.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41_81C09FA0.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42_5741F7AD.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43_8E479550.xml.rels><?xml version="1.0" encoding="UTF-8" standalone="yes"?>
<Relationships xmlns="http://schemas.openxmlformats.org/package/2006/relationships"><Relationship Id="rId2" Type="http://schemas.openxmlformats.org/officeDocument/2006/relationships/image" Target="../media/image_33894BA5.jpeg"/><Relationship Id="rId1" Type="http://schemas.openxmlformats.org/officeDocument/2006/relationships/slideMaster" Target="../slideMasters/slideMaster_80000000_A6DD140A.xml"/></Relationships>
</file>

<file path=ppt/slideLayouts/_rels/slideLayout_80000044_45FFE676.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_rels/slideLayout_80000045_A564ADCA.xml.rels><?xml version="1.0" encoding="UTF-8" standalone="yes"?>
<Relationships xmlns="http://schemas.openxmlformats.org/package/2006/relationships"><Relationship Id="rId1" Type="http://schemas.openxmlformats.org/officeDocument/2006/relationships/slideMaster" Target="../slideMasters/slideMaster_80000000_A6DD140A.xml"/></Relationships>
</file>

<file path=ppt/slideLayouts/slideLayout_8000000A_66CAA351.xml><?xml version="1.0" encoding="utf-8"?>
<p:sldLayout xmlns:a="http://schemas.openxmlformats.org/drawingml/2006/main" xmlns:r="http://schemas.openxmlformats.org/officeDocument/2006/relationships" xmlns:p="http://schemas.openxmlformats.org/presentationml/2006/main" type="secHead" preserve="1">
  <p:cSld name="Section Header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4BE01F4-F5E6-FB52-8FEA-5927DFC8AA7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anchor="b">
            <a:normAutofit/>
          </a:bodyPr>
          <a:lstStyle>
            <a:lvl1pPr>
              <a:lnSpc>
                <a:spcPct val="80000"/>
              </a:lnSpc>
              <a:defRPr sz="6600" cap="all" baseline="0">
                <a:solidFill>
                  <a:schemeClr val="tx2">
                    <a:lumMod val="90000"/>
                    <a:alpha val="6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A120C13C-E5BA-4C6F-97EC-7ED9FED9F00F}" type="datetime1">
              <a:rPr lang="en-US" smtClean="0"/>
              <a:t/>
            </a:fld>
            <a:endParaRPr lang="en-US"/>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95FFB35-3AE5-1BED-838E-1C6BC98721B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556113"/>
      </p:ext>
    </p:extLst>
  </p:cSld>
  <p:clrMapOvr>
    <a:overrideClrMapping bg1="dk1" tx1="lt1" bg2="dk2" tx2="lt2" accent1="accent1" accent2="accent2" accent3="accent3" accent4="accent4" accent5="accent5" accent6="accent6" hlink="hlink" folHlink="folHlink"/>
  </p:clrMapOvr>
</p:sldLayout>
</file>

<file path=ppt/slideLayouts/slideLayout_8000000B_70D46F6D.xml><?xml version="1.0" encoding="utf-8"?>
<p:sldLayout xmlns:a="http://schemas.openxmlformats.org/drawingml/2006/main" xmlns:r="http://schemas.openxmlformats.org/officeDocument/2006/relationships" xmlns:p="http://schemas.openxmlformats.org/presentationml/2006/main">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22507" cy="1162632"/>
          </a:xfrm>
        </p:spPr>
        <p:txBody>
          <a:bodyPr anchor="ctr">
            <a:normAutofit/>
          </a:bodyPr>
          <a:lstStyle>
            <a:lvl1pPr>
              <a:defRPr sz="72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79085" y="2249592"/>
            <a:ext cx="6100623" cy="3787062"/>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38822EE7-D1D9-49E1-ACB4-B26137BA6046}"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970349"/>
      </p:ext>
    </p:extLst>
  </p:cSld>
  <p:clrMapOvr>
    <a:overrideClrMapping bg1="lt1" tx1="dk1" bg2="lt2" tx2="dk2" accent1="accent1" accent2="accent2" accent3="accent3" accent4="accent4" accent5="accent5" accent6="accent6" hlink="hlink" folHlink="folHlink"/>
  </p:clrMapOvr>
</p:sldLayout>
</file>

<file path=ppt/slideLayouts/slideLayout_8000001A_F1F1D18A.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2919167" y="860128"/>
            <a:ext cx="6353666" cy="1711083"/>
          </a:xfrm>
        </p:spPr>
        <p:txBody>
          <a:bodyPr anchor="b">
            <a:normAutofit/>
          </a:bodyPr>
          <a:lstStyle>
            <a:lvl1pPr algn="ctr">
              <a:defRPr sz="3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306618" y="3155112"/>
            <a:ext cx="5578764" cy="2442120"/>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569F03E-8F3D-45C8-83CD-FE5FFA1D3D3D}"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8" name="Straight Connector 7">
            <a:extLst>
              <a:ext uri="{FF2B5EF4-FFF2-40B4-BE49-F238E27FC236}">
                <a16:creationId xmlns:a16="http://schemas.microsoft.com/office/drawing/2014/main" id="{2682F24D-05C9-B6C7-3A94-C06130BFE9B2}"/>
              </a:ext>
            </a:extLst>
          </p:cNvPr>
          <p:cNvCxnSpPr>
            <a:cxnSpLocks/>
          </p:cNvCxnSpPr>
          <p:nvPr/>
        </p:nvCxnSpPr>
        <p:spPr>
          <a:xfrm flipH="1">
            <a:off x="0" y="27831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9156874"/>
      </p:ext>
    </p:extLst>
  </p:cSld>
  <p:clrMapOvr>
    <a:masterClrMapping/>
  </p:clrMapOvr>
</p:sldLayout>
</file>

<file path=ppt/slideLayouts/slideLayout_8000001B_D32A4AE3.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3494711" y="845617"/>
            <a:ext cx="5897862" cy="14363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494711" y="2910484"/>
            <a:ext cx="5897862" cy="3066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503127A-22C7-468D-93CC-12C3481D646F}"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5" name="Straight Connector 14">
            <a:extLst>
              <a:ext uri="{FF2B5EF4-FFF2-40B4-BE49-F238E27FC236}">
                <a16:creationId xmlns:a16="http://schemas.microsoft.com/office/drawing/2014/main" id="{A1AB0C69-C415-7A7B-376B-69AA51CE6A5E}"/>
              </a:ext>
            </a:extLst>
          </p:cNvPr>
          <p:cNvCxnSpPr>
            <a:cxnSpLocks/>
          </p:cNvCxnSpPr>
          <p:nvPr/>
        </p:nvCxnSpPr>
        <p:spPr>
          <a:xfrm flipH="1">
            <a:off x="0" y="253652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FDABE4-7855-701A-F892-8CE2C6CE02A5}"/>
              </a:ext>
            </a:extLst>
          </p:cNvPr>
          <p:cNvCxnSpPr>
            <a:cxnSpLocks/>
          </p:cNvCxnSpPr>
          <p:nvPr/>
        </p:nvCxnSpPr>
        <p:spPr>
          <a:xfrm>
            <a:off x="301955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2764259"/>
      </p:ext>
    </p:extLst>
  </p:cSld>
  <p:clrMapOvr>
    <a:masterClrMapping/>
  </p:clrMapOvr>
</p:sldLayout>
</file>

<file path=ppt/slideLayouts/slideLayout_8000001C_CAD36B7A.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1299"/>
            <a:ext cx="3689927" cy="1486906"/>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04515" y="2780147"/>
            <a:ext cx="6567049" cy="3359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8E3289B-2847-4243-8AC2-16B80421B246}"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1" name="Straight Connector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28532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_8000001D_EB2B1E0.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1163119"/>
            <a:ext cx="4152377" cy="3434657"/>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824602" y="1153691"/>
            <a:ext cx="5496988" cy="4568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A2B06BC-4130-43D9-8C70-3F4149BEA124}"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EA2129-EA91-4982-7EB1-1F590E56CA3B}"/>
              </a:ext>
            </a:extLst>
          </p:cNvPr>
          <p:cNvCxnSpPr>
            <a:cxnSpLocks/>
          </p:cNvCxnSpPr>
          <p:nvPr/>
        </p:nvCxnSpPr>
        <p:spPr>
          <a:xfrm>
            <a:off x="53231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591968"/>
      </p:ext>
    </p:extLst>
  </p:cSld>
  <p:clrMapOvr>
    <a:masterClrMapping/>
  </p:clrMapOvr>
</p:sldLayout>
</file>

<file path=ppt/slideLayouts/slideLayout_8000001E_682211D7.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664107" cy="3864052"/>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70349" y="720473"/>
            <a:ext cx="6309360"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6658FB9-5B5A-40D6-B700-5844DFBC6D9D}"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70632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_8000001F_CA900C3E.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280573" cy="3864052"/>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662388" y="720473"/>
            <a:ext cx="7072408"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28057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1ADA2446-1DA6-4646-A7C8-A97E4FEED4A5}"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1402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84379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_8000002A_426DCF2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5036986"/>
            <a:ext cx="3985579" cy="1397477"/>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965"/>
            <a:ext cx="12191999" cy="476781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03180" y="5054245"/>
            <a:ext cx="6376529" cy="131983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499ABE-5F93-4088-8566-BB529608048F}"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8" name="Straight Connector 7">
            <a:extLst>
              <a:ext uri="{FF2B5EF4-FFF2-40B4-BE49-F238E27FC236}">
                <a16:creationId xmlns:a16="http://schemas.microsoft.com/office/drawing/2014/main" id="{0493C13E-01BF-7326-0714-59845741BBF3}"/>
              </a:ext>
            </a:extLst>
          </p:cNvPr>
          <p:cNvCxnSpPr>
            <a:cxnSpLocks/>
          </p:cNvCxnSpPr>
          <p:nvPr/>
        </p:nvCxnSpPr>
        <p:spPr>
          <a:xfrm flipH="1">
            <a:off x="0" y="475918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245A6F-9312-AEBD-1066-A68010EEF5A3}"/>
              </a:ext>
            </a:extLst>
          </p:cNvPr>
          <p:cNvCxnSpPr>
            <a:cxnSpLocks/>
          </p:cNvCxnSpPr>
          <p:nvPr/>
        </p:nvCxnSpPr>
        <p:spPr>
          <a:xfrm>
            <a:off x="4724925" y="4758846"/>
            <a:ext cx="0" cy="209915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4492706"/>
      </p:ext>
    </p:extLst>
  </p:cSld>
  <p:clrMapOvr>
    <a:masterClrMapping/>
  </p:clrMapOvr>
</p:sldLayout>
</file>

<file path=ppt/slideLayouts/slideLayout_8000002B_F38BEC87.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959530"/>
            <a:ext cx="3512409" cy="2199864"/>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857" y="-1"/>
            <a:ext cx="12192000" cy="364897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3613" y="3959529"/>
            <a:ext cx="7011183" cy="2369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ED3A249-75EB-4C76-9409-A32D8B181240}"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8" name="Straight Connector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6033543"/>
      </p:ext>
    </p:extLst>
  </p:cSld>
  <p:clrMapOvr>
    <a:masterClrMapping/>
  </p:clrMapOvr>
</p:sldLayout>
</file>

<file path=ppt/slideLayouts/slideLayout_8000002C_BE5A461E.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1413"/>
            <a:ext cx="3511296" cy="164574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7448" y="451414"/>
            <a:ext cx="7013448" cy="22151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2746159"/>
            <a:ext cx="3543299"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a:xfrm>
            <a:off x="9737594" y="2746159"/>
            <a:ext cx="1842115" cy="365125"/>
          </a:xfrm>
        </p:spPr>
        <p:txBody>
          <a:bodyPr/>
          <a:lstStyle/>
          <a:p>
            <a:fld id="{63E7A831-F734-410E-9779-E79021D23E13}"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a:xfrm>
            <a:off x="11734800" y="2746159"/>
            <a:ext cx="457200" cy="365125"/>
          </a:xfrm>
        </p:spPr>
        <p:txBody>
          <a:bodyPr/>
          <a:lstStyle/>
          <a:p>
            <a:fld id="{DDF60B60-82CA-4BB9-BA6E-A62FADF2374B}" type="slidenum">
              <a:rPr lang="en-US" smtClean="0"/>
              <a:t/>
            </a:fld>
            <a:endParaRPr lang="en-US"/>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0" y="3182112"/>
            <a:ext cx="12191143" cy="3675888"/>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17499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2E0C665-CD78-E346-994A-0AC535ACCC98}"/>
              </a:ext>
            </a:extLst>
          </p:cNvPr>
          <p:cNvCxnSpPr>
            <a:cxnSpLocks/>
          </p:cNvCxnSpPr>
          <p:nvPr/>
        </p:nvCxnSpPr>
        <p:spPr>
          <a:xfrm>
            <a:off x="4288536" y="0"/>
            <a:ext cx="0" cy="3182112"/>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3587230"/>
      </p:ext>
    </p:extLst>
  </p:cSld>
  <p:clrMapOvr>
    <a:masterClrMapping/>
  </p:clrMapOvr>
</p:sldLayout>
</file>

<file path=ppt/slideLayouts/slideLayout_8000002D_D130913A.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6" cy="1009652"/>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1" y="2098467"/>
            <a:ext cx="4415882" cy="4078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5332581" y="1829880"/>
            <a:ext cx="6863265" cy="456608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D06634F-DA76-40B0-97CF-85DC9063AB6E}"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5326714"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96210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_8000002E_EF93EA0A.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5" cy="1009652"/>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98467"/>
            <a:ext cx="6802582"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6147" y="1829880"/>
            <a:ext cx="4441796" cy="456608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CC66734-9A2A-4446-A520-0882E1F375C6}"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448330"/>
      </p:ext>
    </p:extLst>
  </p:cSld>
  <p:clrMapOvr>
    <a:masterClrMapping/>
  </p:clrMapOvr>
</p:sldLayout>
</file>

<file path=ppt/slideLayouts/slideLayout_8000002F_D1098269.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CB4D471-E280-448C-B853-A053C5314683}"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7061353"/>
      </p:ext>
    </p:extLst>
  </p:cSld>
  <p:clrMapOvr>
    <a:masterClrMapping/>
  </p:clrMapOvr>
</p:sldLayout>
</file>

<file path=ppt/slideLayouts/slideLayout_8000003A_F6E0A0BD.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anchor="ctr">
            <a:normAutofit/>
          </a:bodyPr>
          <a:lstStyle>
            <a:lvl1pPr>
              <a:lnSpc>
                <a:spcPct val="120000"/>
              </a:lnSpc>
              <a:defRPr sz="1800" b="1" cap="all" spc="100" baseline="0">
                <a:solidFill>
                  <a:schemeClr val="accent4">
                    <a:lumMod val="75000"/>
                  </a:schemeClr>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anchor="ctr">
            <a:normAutofit/>
          </a:bodyPr>
          <a:lstStyle>
            <a:lvl1pPr marL="182880" indent="-182880">
              <a:buNone/>
              <a:defRPr sz="4000">
                <a:solidFill>
                  <a:schemeClr val="accent4">
                    <a:lumMod val="75000"/>
                  </a:schemeClr>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1B1F07D8-634D-4D2D-8C34-7897958C6326}" type="datetime1">
              <a:rPr lang="en-US" smtClean="0"/>
              <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6" name="Straight Connector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1916349"/>
      </p:ext>
    </p:extLst>
  </p:cSld>
  <p:clrMapOvr>
    <a:overrideClrMapping bg1="lt1" tx1="dk1" bg2="lt2" tx2="dk2" accent1="accent1" accent2="accent2" accent3="accent3" accent4="accent4" accent5="accent5" accent6="accent6" hlink="hlink" folHlink="folHlink"/>
  </p:clrMapOvr>
</p:sldLayout>
</file>

<file path=ppt/slideLayouts/slideLayout_8000003B_258A3943.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0E8326-1507-F48A-851B-53763210D1ED}"/>
              </a:ext>
            </a:extLst>
          </p:cNvPr>
          <p:cNvSpPr/>
          <p:nvPr/>
        </p:nvSpPr>
        <p:spPr>
          <a:xfrm>
            <a:off x="0" y="0"/>
            <a:ext cx="12192000" cy="6858000"/>
          </a:xfrm>
          <a:prstGeom prst="rect">
            <a:avLst/>
          </a:prstGeom>
          <a:solidFill>
            <a:schemeClr val="accent1">
              <a:lumMod val="20000"/>
              <a:lumOff val="8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00414" cy="653184"/>
          </a:xfrm>
        </p:spPr>
        <p:txBody>
          <a:bodyPr anchor="ctr">
            <a:normAutofit/>
          </a:bodyPr>
          <a:lstStyle>
            <a:lvl1pPr>
              <a:lnSpc>
                <a:spcPct val="120000"/>
              </a:lnSpc>
              <a:defRPr sz="1800" b="1" cap="all" spc="100" baseline="0">
                <a:solidFill>
                  <a:schemeClr val="accent1"/>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00416" cy="3614737"/>
          </a:xfrm>
        </p:spPr>
        <p:txBody>
          <a:bodyPr anchor="ctr">
            <a:normAutofit/>
          </a:bodyPr>
          <a:lstStyle>
            <a:lvl1pPr marL="182880" indent="-182880">
              <a:buNone/>
              <a:defRPr sz="4000">
                <a:solidFill>
                  <a:schemeClr val="tx2">
                    <a:alpha val="80000"/>
                  </a:schemeClr>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D828E69F-DC35-4F0C-990E-2C4AD9ABE5D4}" type="datetime1">
              <a:rPr lang="en-US" smtClean="0"/>
              <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207475CC-2E7D-619F-AFAD-0EB2BC1DFC40}"/>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81F4D6-9057-EF87-48BE-0C6D4ADC8BC6}"/>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9815619"/>
      </p:ext>
    </p:extLst>
  </p:cSld>
  <p:clrMapOvr>
    <a:overrideClrMapping bg1="lt1" tx1="dk1" bg2="lt2" tx2="dk2" accent1="accent1" accent2="accent2" accent3="accent3" accent4="accent4" accent5="accent5" accent6="accent6" hlink="hlink" folHlink="folHlink"/>
  </p:clrMapOvr>
</p:sldLayout>
</file>

<file path=ppt/slideLayouts/slideLayout_8000003C_D93BA9EA.xml><?xml version="1.0" encoding="utf-8"?>
<p:sldLayout xmlns:a="http://schemas.openxmlformats.org/drawingml/2006/main" xmlns:r="http://schemas.openxmlformats.org/officeDocument/2006/relationships" xmlns:p="http://schemas.openxmlformats.org/presentationml/2006/main" preserve="1">
  <p:cSld name="Quot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407D4A-1244-6A47-327B-CDB05AF70268}"/>
              </a:ext>
            </a:extLst>
          </p:cNvPr>
          <p:cNvSpPr/>
          <p:nvPr/>
        </p:nvSpPr>
        <p:spPr>
          <a:xfrm>
            <a:off x="0" y="0"/>
            <a:ext cx="12192000" cy="6858000"/>
          </a:xfrm>
          <a:prstGeom prst="rect">
            <a:avLst/>
          </a:prstGeom>
          <a:solidFill>
            <a:schemeClr val="accent3">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82709" cy="653184"/>
          </a:xfrm>
        </p:spPr>
        <p:txBody>
          <a:bodyPr anchor="ctr">
            <a:normAutofit/>
          </a:bodyPr>
          <a:lstStyle>
            <a:lvl1pPr>
              <a:lnSpc>
                <a:spcPct val="120000"/>
              </a:lnSpc>
              <a:defRPr sz="1800" b="1" cap="all" spc="100" baseline="0">
                <a:solidFill>
                  <a:schemeClr val="tx2"/>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82712" cy="3614737"/>
          </a:xfrm>
        </p:spPr>
        <p:txBody>
          <a:bodyPr anchor="ctr">
            <a:normAutofit/>
          </a:bodyPr>
          <a:lstStyle>
            <a:lvl1pPr marL="182880" indent="-182880">
              <a:buNone/>
              <a:defRPr sz="3600">
                <a:solidFill>
                  <a:schemeClr val="tx2"/>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383AA1E6-689D-475B-91E1-A092F45675DC}" type="datetime1">
              <a:rPr lang="en-US" smtClean="0"/>
              <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6" name="Straight Connector 5">
            <a:extLst>
              <a:ext uri="{FF2B5EF4-FFF2-40B4-BE49-F238E27FC236}">
                <a16:creationId xmlns:a16="http://schemas.microsoft.com/office/drawing/2014/main" id="{DBA83050-F737-4CAA-50C3-B1912F8DCD4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AC790E-B990-47FD-A7C4-38DEB7A38CA4}"/>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2CD9DAA-71D0-AF79-A512-7D264779C222}"/>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565994"/>
      </p:ext>
    </p:extLst>
  </p:cSld>
  <p:clrMapOvr>
    <a:overrideClrMapping bg1="lt1" tx1="dk1" bg2="lt2" tx2="dk2" accent1="accent1" accent2="accent2" accent3="accent3" accent4="accent4" accent5="accent5" accent6="accent6" hlink="hlink" folHlink="folHlink"/>
  </p:clrMapOvr>
</p:sldLayout>
</file>

<file path=ppt/slideLayouts/slideLayout_8000003D_F444FD42.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B63E278-755B-41D3-7218-B797D9B5DF3C}"/>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75488" y="4893472"/>
            <a:ext cx="8019287" cy="1205575"/>
          </a:xfrm>
        </p:spPr>
        <p:txBody>
          <a:bodyPr anchor="t">
            <a:normAutofit/>
          </a:bodyPr>
          <a:lstStyle>
            <a:lvl1pPr>
              <a:lnSpc>
                <a:spcPct val="120000"/>
              </a:lnSpc>
              <a:defRPr sz="1800" b="1" cap="all" spc="100" baseline="0">
                <a:solidFill>
                  <a:schemeClr val="tx2"/>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475488" y="594360"/>
            <a:ext cx="8019288" cy="3236976"/>
          </a:xfrm>
        </p:spPr>
        <p:txBody>
          <a:bodyPr anchor="b">
            <a:normAutofit/>
          </a:bodyPr>
          <a:lstStyle>
            <a:lvl1pPr marL="182880" indent="-182880">
              <a:buNone/>
              <a:defRPr sz="3600">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4F427333-25B4-4E53-B4DB-DECC946CD366}" type="datetime1">
              <a:rPr lang="en-US" smtClean="0"/>
              <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8AA0B79A-2EB3-E6D5-B923-60D51965E7A7}"/>
              </a:ext>
            </a:extLst>
          </p:cNvPr>
          <p:cNvCxnSpPr>
            <a:cxnSpLocks/>
          </p:cNvCxnSpPr>
          <p:nvPr/>
        </p:nvCxnSpPr>
        <p:spPr>
          <a:xfrm flipH="1">
            <a:off x="0" y="436240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1507FC-FD8A-132E-6F82-1A96368D292F}"/>
              </a:ext>
            </a:extLst>
          </p:cNvPr>
          <p:cNvCxnSpPr>
            <a:cxnSpLocks/>
          </p:cNvCxnSpPr>
          <p:nvPr/>
        </p:nvCxnSpPr>
        <p:spPr>
          <a:xfrm>
            <a:off x="903719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8161986"/>
      </p:ext>
    </p:extLst>
  </p:cSld>
  <p:clrMapOvr>
    <a:overrideClrMapping bg1="lt1" tx1="dk1" bg2="lt2" tx2="dk2" accent1="accent1" accent2="accent2" accent3="accent3" accent4="accent4" accent5="accent5" accent6="accent6" hlink="hlink" folHlink="folHlink"/>
  </p:clrMapOvr>
</p:sldLayout>
</file>

<file path=ppt/slideLayouts/slideLayout_8000003E_839E111D.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anchor="ct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B108197-F703-726D-4372-C7520052DC7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F85FAA39-5E1E-3A94-5A04-C36BA19E34ED}"/>
              </a:ext>
            </a:extLst>
          </p:cNvPr>
          <p:cNvSpPr>
            <a:spLocks noGrp="1"/>
          </p:cNvSpPr>
          <p:nvPr>
            <p:ph type="dt" sz="half" idx="10"/>
          </p:nvPr>
        </p:nvSpPr>
        <p:spPr/>
        <p:txBody>
          <a:bodyPr/>
          <a:lstStyle/>
          <a:p>
            <a:fld id="{558C1084-D30E-4793-9DB8-FB87472B5D63}" type="datetime1">
              <a:rPr lang="en-US" smtClean="0"/>
              <a:t/>
            </a:fld>
            <a:endParaRPr lang="en-US"/>
          </a:p>
        </p:txBody>
      </p:sp>
      <p:sp>
        <p:nvSpPr>
          <p:cNvPr id="7" name="Slide Number Placeholder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9" name="Straight Connector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8174365"/>
      </p:ext>
    </p:extLst>
  </p:cSld>
  <p:clrMapOvr>
    <a:masterClrMapping/>
  </p:clrMapOvr>
</p:sldLayout>
</file>

<file path=ppt/slideLayouts/slideLayout_8000003F_71C2B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27A1-B3E2-4312-9475-76586DB132FF}"/>
              </a:ext>
            </a:extLst>
          </p:cNvPr>
          <p:cNvSpPr>
            <a:spLocks noGrp="1"/>
          </p:cNvSpPr>
          <p:nvPr>
            <p:ph type="title"/>
          </p:nvPr>
        </p:nvSpPr>
        <p:spPr>
          <a:xfrm>
            <a:off x="457199" y="276838"/>
            <a:ext cx="11274552" cy="914400"/>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25FD6984-5D8F-6F35-3DC2-352D46E75874}"/>
              </a:ext>
            </a:extLst>
          </p:cNvPr>
          <p:cNvSpPr>
            <a:spLocks noGrp="1"/>
          </p:cNvSpPr>
          <p:nvPr>
            <p:ph type="body" idx="1"/>
          </p:nvPr>
        </p:nvSpPr>
        <p:spPr>
          <a:xfrm>
            <a:off x="457199" y="1475623"/>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CD5136-48A0-D788-8CE2-627309A00EC8}"/>
              </a:ext>
            </a:extLst>
          </p:cNvPr>
          <p:cNvSpPr>
            <a:spLocks noGrp="1"/>
          </p:cNvSpPr>
          <p:nvPr>
            <p:ph sz="quarter" idx="15"/>
          </p:nvPr>
        </p:nvSpPr>
        <p:spPr>
          <a:xfrm>
            <a:off x="457200" y="2522538"/>
            <a:ext cx="5178425"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07CEA6-7FDB-2A72-485B-D38A79C1826D}"/>
              </a:ext>
            </a:extLst>
          </p:cNvPr>
          <p:cNvSpPr>
            <a:spLocks noGrp="1"/>
          </p:cNvSpPr>
          <p:nvPr>
            <p:ph type="body" sz="quarter" idx="3"/>
          </p:nvPr>
        </p:nvSpPr>
        <p:spPr>
          <a:xfrm>
            <a:off x="6556248" y="1475622"/>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C4D723F-4492-3B3B-CE74-0959714EEB14}"/>
              </a:ext>
            </a:extLst>
          </p:cNvPr>
          <p:cNvSpPr>
            <a:spLocks noGrp="1"/>
          </p:cNvSpPr>
          <p:nvPr>
            <p:ph sz="quarter" idx="16"/>
          </p:nvPr>
        </p:nvSpPr>
        <p:spPr>
          <a:xfrm>
            <a:off x="6556375" y="2522538"/>
            <a:ext cx="5175249"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3FA108E0-63AE-4B5C-404F-AD0FEC4AB8B8}"/>
              </a:ext>
            </a:extLst>
          </p:cNvPr>
          <p:cNvSpPr>
            <a:spLocks noGrp="1"/>
          </p:cNvSpPr>
          <p:nvPr>
            <p:ph type="ftr" sz="quarter" idx="11"/>
          </p:nvPr>
        </p:nvSpPr>
        <p:spPr/>
        <p:txBody>
          <a:bodyPr/>
          <a:lstStyle/>
          <a:p>
            <a:r>
              <a:rPr lang="en-US"/>
              <a:t>Sample Footer Text</a:t>
            </a:r>
          </a:p>
        </p:txBody>
      </p:sp>
      <p:sp>
        <p:nvSpPr>
          <p:cNvPr id="10" name="Date Placeholder 9">
            <a:extLst>
              <a:ext uri="{FF2B5EF4-FFF2-40B4-BE49-F238E27FC236}">
                <a16:creationId xmlns:a16="http://schemas.microsoft.com/office/drawing/2014/main" id="{42E2EB77-3CF8-CDC9-D0D4-1AC07FC535D4}"/>
              </a:ext>
            </a:extLst>
          </p:cNvPr>
          <p:cNvSpPr>
            <a:spLocks noGrp="1"/>
          </p:cNvSpPr>
          <p:nvPr>
            <p:ph type="dt" sz="half" idx="10"/>
          </p:nvPr>
        </p:nvSpPr>
        <p:spPr/>
        <p:txBody>
          <a:bodyPr/>
          <a:lstStyle/>
          <a:p>
            <a:fld id="{123C8380-BA28-4545-958E-1509715E2ECF}" type="datetime1">
              <a:rPr lang="en-US" smtClean="0"/>
              <a:t/>
            </a:fld>
            <a:endParaRPr lang="en-US"/>
          </a:p>
        </p:txBody>
      </p:sp>
      <p:sp>
        <p:nvSpPr>
          <p:cNvPr id="15" name="Slide Number Placeholder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286560"/>
      </p:ext>
    </p:extLst>
  </p:cSld>
  <p:clrMapOvr>
    <a:masterClrMapping/>
  </p:clrMapOvr>
</p:sldLayout>
</file>

<file path=ppt/slideLayouts/slideLayout_80000001_93E835F0.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240410"/>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998185"/>
            <a:ext cx="10813067" cy="541508"/>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CEC995A3-E0A5-4676-A9AF-F0C909981ECB}" type="datetime1">
              <a:rPr lang="en-US" smtClean="0"/>
              <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1468912"/>
      </p:ext>
    </p:extLst>
  </p:cSld>
  <p:clrMapOvr>
    <a:overrideClrMapping bg1="lt1" tx1="dk1" bg2="lt2" tx2="dk2" accent1="accent1" accent2="accent2" accent3="accent3" accent4="accent4" accent5="accent5" accent6="accent6" hlink="hlink" folHlink="folHlink"/>
  </p:clrMapOvr>
</p:sldLayout>
</file>

<file path=ppt/slideLayouts/slideLayout_80000002_6379CFFE.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757465A-0D42-4CE1-AFF3-B073304A15C1}"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5" name="Straight Connector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8927486"/>
      </p:ext>
    </p:extLst>
  </p:cSld>
  <p:clrMapOvr>
    <a:masterClrMapping/>
  </p:clrMapOvr>
</p:sldLayout>
</file>

<file path=ppt/slideLayouts/slideLayout_80000003_D4F5E24E.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512724" y="1480212"/>
            <a:ext cx="3918954" cy="2273637"/>
          </a:xfrm>
        </p:spPr>
        <p:txBody>
          <a:bodyPr vert="horz" lIns="91440" tIns="45720" rIns="91440" bIns="45720" rtlCol="0" anchor="b">
            <a:normAutofit/>
          </a:bodyPr>
          <a:lstStyle>
            <a:lvl1pPr algn="ctr">
              <a:defRPr lang="en-US" sz="3600" dirty="0">
                <a:solidFill>
                  <a:schemeClr val="tx2">
                    <a:alpha val="90000"/>
                  </a:schemeClr>
                </a:solidFill>
              </a:defRPr>
            </a:lvl1pPr>
          </a:lstStyle>
          <a:p>
            <a:pPr lvl="0" algn="ctr"/>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20272" y="4232388"/>
            <a:ext cx="3703859" cy="1542770"/>
          </a:xfrm>
        </p:spPr>
        <p:txBody>
          <a:bodyPr vert="horz" lIns="91440" tIns="45720" rIns="91440" bIns="45720" rtlCol="0">
            <a:normAutofit/>
          </a:bodyPr>
          <a:lstStyle>
            <a:lvl1pPr marL="0" indent="0" algn="ctr">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958748" y="465265"/>
            <a:ext cx="7240587" cy="592746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4A1835B1-6951-4309-9053-BE4E81FB8E03}" type="datetime1">
              <a:rPr lang="en-US" smtClean="0"/>
              <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071CA13-2095-558D-E0DC-1576A14BBE72}"/>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59F346-B80F-F5BC-5D76-9443FA0031B4}"/>
              </a:ext>
            </a:extLst>
          </p:cNvPr>
          <p:cNvCxnSpPr>
            <a:cxnSpLocks/>
          </p:cNvCxnSpPr>
          <p:nvPr/>
        </p:nvCxnSpPr>
        <p:spPr>
          <a:xfrm>
            <a:off x="495157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28840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_80000004_82790DE6.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7772445" y="1480212"/>
            <a:ext cx="3849131" cy="2871351"/>
          </a:xfrm>
        </p:spPr>
        <p:txBody>
          <a:bodyPr anchor="ctr">
            <a:normAutofit/>
          </a:bodyPr>
          <a:lstStyle>
            <a:lvl1pPr algn="ctr">
              <a:defRPr sz="36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7772446" y="5410440"/>
            <a:ext cx="3849128" cy="1068207"/>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0" y="0"/>
            <a:ext cx="7204414" cy="6859634"/>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a:lstStyle>
            <a:lvl1pPr>
              <a:defRPr>
                <a:solidFill>
                  <a:schemeClr val="tx2"/>
                </a:solidFill>
              </a:defRPr>
            </a:lvl1pPr>
          </a:lstStyle>
          <a:p>
            <a:fld id="{79967DC5-E470-48CC-82D8-CEDE62F29D19}" type="datetime1">
              <a:rPr lang="en-US" smtClean="0"/>
              <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8971494"/>
      </p:ext>
    </p:extLst>
  </p:cSld>
  <p:clrMapOvr>
    <a:overrideClrMapping bg1="lt1" tx1="dk1" bg2="lt2" tx2="dk2" accent1="accent1" accent2="accent2" accent3="accent3" accent4="accent4" accent5="accent5" accent6="accent6" hlink="hlink" folHlink="folHlink"/>
  </p:clrMapOvr>
</p:sldLayout>
</file>

<file path=ppt/slideLayouts/slideLayout_80000005_1BD3C5A7.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5160261"/>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5931483"/>
            <a:ext cx="10813067" cy="61155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0"/>
            <a:ext cx="11268845" cy="5019190"/>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7BE4F4F9-573B-47D0-A4A5-817CADD2D474}" type="datetime1">
              <a:rPr lang="en-US" smtClean="0"/>
              <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501926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863527"/>
      </p:ext>
    </p:extLst>
  </p:cSld>
  <p:clrMapOvr>
    <a:overrideClrMapping bg1="lt1" tx1="dk1" bg2="lt2" tx2="dk2" accent1="accent1" accent2="accent2" accent3="accent3" accent4="accent4" accent5="accent5" accent6="accent6" hlink="hlink" folHlink="folHlink"/>
  </p:clrMapOvr>
</p:sldLayout>
</file>

<file path=ppt/slideLayouts/slideLayout_80000006_B99BFC91.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096430" y="1226087"/>
            <a:ext cx="7961965" cy="3290611"/>
          </a:xfrm>
        </p:spPr>
        <p:txBody>
          <a:bodyPr anchor="ctr">
            <a:normAutofit/>
          </a:bodyPr>
          <a:lstStyle>
            <a:lvl1pPr algn="ctr">
              <a:defRPr sz="48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777327"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656CA5CC-FBE5-4E14-8A41-8D7D52E31B58}" type="datetime1">
              <a:rPr lang="en-US" smtClean="0"/>
              <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2B7528-295D-CD0F-0521-B5C01EAC12DD}"/>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26261A6-5928-598A-5A46-6855CE4DF282}"/>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4007697"/>
      </p:ext>
    </p:extLst>
  </p:cSld>
  <p:clrMapOvr>
    <a:overrideClrMapping bg1="dk1" tx1="lt1" bg2="dk2" tx2="lt2" accent1="accent1" accent2="accent2" accent3="accent3" accent4="accent4" accent5="accent5" accent6="accent6" hlink="hlink" folHlink="folHlink"/>
  </p:clrMapOvr>
</p:sldLayout>
</file>

<file path=ppt/slideLayouts/slideLayout_80000007_17057CC.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1636222" y="1246912"/>
            <a:ext cx="8919556" cy="3050766"/>
          </a:xfrm>
        </p:spPr>
        <p:txBody>
          <a:bodyPr anchor="ctr">
            <a:normAutofit/>
          </a:bodyPr>
          <a:lstStyle>
            <a:lvl1pPr algn="ctr">
              <a:defRPr sz="54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451378" y="5345199"/>
            <a:ext cx="7289245" cy="1184035"/>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A9AA3B70-D00B-4980-A015-1C0E626DF50E}" type="datetime1">
              <a:rPr lang="en-US" smtClean="0"/>
              <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9724"/>
      </p:ext>
    </p:extLst>
  </p:cSld>
  <p:clrMapOvr>
    <a:overrideClrMapping bg1="lt1" tx1="dk1" bg2="lt2" tx2="dk2" accent1="accent1" accent2="accent2" accent3="accent3" accent4="accent4" accent5="accent5" accent6="accent6" hlink="hlink" folHlink="folHlink"/>
  </p:clrMapOvr>
</p:sldLayout>
</file>

<file path=ppt/slideLayouts/slideLayout_80000008_7578BF56.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anchor="ctr">
            <a:normAutofit/>
          </a:bodyPr>
          <a:lstStyle>
            <a:lvl1pPr algn="ctr">
              <a:defRPr sz="4800">
                <a:solidFill>
                  <a:schemeClr val="tx2">
                    <a:lumMod val="90000"/>
                    <a:alpha val="8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alpha val="80000"/>
                  </a:schemeClr>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alpha val="80000"/>
                  </a:schemeClr>
                </a:solidFill>
              </a:defRPr>
            </a:lvl1pPr>
          </a:lstStyle>
          <a:p>
            <a:fld id="{312F3BB1-914E-438E-BD74-6A311287D919}" type="datetime1">
              <a:rPr lang="en-US" smtClean="0"/>
              <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alpha val="80000"/>
                  </a:schemeClr>
                </a:solidFill>
              </a:defRPr>
            </a:lvl1p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5860F39-D33B-13B7-DD5E-58C8CE6DCE69}"/>
              </a:ext>
            </a:extLst>
          </p:cNvPr>
          <p:cNvCxnSpPr>
            <a:cxnSpLocks/>
          </p:cNvCxnSpPr>
          <p:nvPr/>
        </p:nvCxnSpPr>
        <p:spPr>
          <a:xfrm>
            <a:off x="23177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417974A-33A9-A10C-D982-114045377C2E}"/>
              </a:ext>
            </a:extLst>
          </p:cNvPr>
          <p:cNvCxnSpPr>
            <a:cxnSpLocks/>
          </p:cNvCxnSpPr>
          <p:nvPr/>
        </p:nvCxnSpPr>
        <p:spPr>
          <a:xfrm>
            <a:off x="98742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0847574"/>
      </p:ext>
    </p:extLst>
  </p:cSld>
  <p:clrMapOvr>
    <a:overrideClrMapping bg1="dk1" tx1="lt1" bg2="dk2" tx2="lt2" accent1="accent1" accent2="accent2" accent3="accent3" accent4="accent4" accent5="accent5" accent6="accent6" hlink="hlink" folHlink="folHlink"/>
  </p:clrMapOvr>
</p:sldLayout>
</file>

<file path=ppt/slideLayouts/slideLayout_80000009_6C323EB0.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838087"/>
            <a:ext cx="8932653" cy="3312544"/>
          </a:xfrm>
        </p:spPr>
        <p:txBody>
          <a:bodyPr anchor="b">
            <a:normAutofit/>
          </a:bodyPr>
          <a:lstStyle>
            <a:lvl1pPr>
              <a:lnSpc>
                <a:spcPct val="80000"/>
              </a:lnSpc>
              <a:defRPr sz="6600" cap="all" baseline="0">
                <a:solidFill>
                  <a:schemeClr val="tx2">
                    <a:alpha val="5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485F5966-244A-4C45-A322-E0358B5F232D}" type="datetime1">
              <a:rPr lang="en-US" smtClean="0"/>
              <a:t/>
            </a:fld>
            <a:endParaRPr lang="en-US"/>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5232176"/>
      </p:ext>
    </p:extLst>
  </p:cSld>
  <p:clrMapOvr>
    <a:overrideClrMapping bg1="dk1" tx1="lt1" bg2="dk2" tx2="lt2" accent1="accent1" accent2="accent2" accent3="accent3" accent4="accent4" accent5="accent5" accent6="accent6" hlink="hlink" folHlink="folHlink"/>
  </p:clrMapOvr>
</p:sldLayout>
</file>

<file path=ppt/slideLayouts/slideLayout_80000018_474A342A.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8E6B6D-2F30-4BA9-2B55-62940E3BFCA3}"/>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1118941"/>
            <a:ext cx="6565392" cy="5200516"/>
          </a:xfrm>
        </p:spPr>
        <p:txBody>
          <a:bodyPr anchor="b">
            <a:normAutofit/>
          </a:bodyPr>
          <a:lstStyle>
            <a:lvl1pPr>
              <a:lnSpc>
                <a:spcPct val="80000"/>
              </a:lnSpc>
              <a:defRPr sz="8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857689" y="532759"/>
            <a:ext cx="3877110" cy="5463437"/>
          </a:xfrm>
        </p:spPr>
        <p:txBody>
          <a:bodyPr vert="horz" lIns="91440" tIns="45720" rIns="91440" bIns="45720" rtlCol="0">
            <a:normAutofit/>
          </a:bodyPr>
          <a:lstStyle>
            <a:lvl1pPr marL="457200" indent="-457200">
              <a:buFont typeface="+mj-lt"/>
              <a:buAutoNum type="arabicPeriod"/>
              <a:defRPr lang="en-US" sz="1800" dirty="0">
                <a:solidFill>
                  <a:schemeClr val="tx2"/>
                </a:solidFill>
              </a:defRPr>
            </a:lvl1pPr>
            <a:lvl2pPr marL="571500" indent="-342900">
              <a:buFont typeface="+mj-lt"/>
              <a:buAutoNum type="arabicPeriod"/>
              <a:defRPr lang="en-US" sz="16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78605A7A-4E58-4262-A4C8-0CEBAB0BD7D7}"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740049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045354"/>
      </p:ext>
    </p:extLst>
  </p:cSld>
  <p:clrMapOvr>
    <a:overrideClrMapping bg1="lt1" tx1="dk1" bg2="lt2" tx2="dk2" accent1="accent1" accent2="accent2" accent3="accent3" accent4="accent4" accent5="accent5" accent6="accent6" hlink="hlink" folHlink="folHlink"/>
  </p:clrMapOvr>
</p:sldLayout>
</file>

<file path=ppt/slideLayouts/slideLayout_80000019_6329FC8A.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30279" cy="1162632"/>
          </a:xfrm>
        </p:spPr>
        <p:txBody>
          <a:bodyPr anchor="ctr">
            <a:normAutofit/>
          </a:bodyPr>
          <a:lstStyle>
            <a:lvl1pPr>
              <a:defRPr sz="7200" cap="all" baseline="0">
                <a:solidFill>
                  <a:schemeClr val="accent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5DA2B1BE-7DDF-C8B4-6A46-21B5A0257D08}"/>
              </a:ext>
            </a:extLst>
          </p:cNvPr>
          <p:cNvSpPr>
            <a:spLocks noGrp="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6552" y="2191025"/>
            <a:ext cx="5733156" cy="3894807"/>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59F74D3B-08F1-4128-A0DD-D98948091814}"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696010"/>
      </p:ext>
    </p:extLst>
  </p:cSld>
  <p:clrMapOvr>
    <a:overrideClrMapping bg1="lt1" tx1="dk1" bg2="lt2" tx2="dk2" accent1="accent1" accent2="accent2" accent3="accent3" accent4="accent4" accent5="accent5" accent6="accent6" hlink="hlink" folHlink="folHlink"/>
  </p:clrMapOvr>
</p:sldLayout>
</file>

<file path=ppt/slideLayouts/slideLayout_80000020_7183A5CC.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911995" y="559483"/>
            <a:ext cx="6825541" cy="1009652"/>
          </a:xfrm>
        </p:spPr>
        <p:txBody>
          <a:bodyPr anchor="b"/>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
            <a:ext cx="4421943"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11994" y="2083837"/>
            <a:ext cx="6825545"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DE5AF8D-062C-4564-BE74-279E83E29552}"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453068"/>
      </p:ext>
    </p:extLst>
  </p:cSld>
  <p:clrMapOvr>
    <a:masterClrMapping/>
  </p:clrMapOvr>
</p:sldLayout>
</file>

<file path=ppt/slideLayouts/slideLayout_80000021_C4B51255.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557784"/>
            <a:ext cx="6781799" cy="1009652"/>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84832"/>
            <a:ext cx="6781800"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8244" y="1"/>
            <a:ext cx="4441796"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DA1DED5-D880-408E-9B87-244378097D23}"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10512"/>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201045"/>
      </p:ext>
    </p:extLst>
  </p:cSld>
  <p:clrMapOvr>
    <a:masterClrMapping/>
  </p:clrMapOvr>
</p:sldLayout>
</file>

<file path=ppt/slideLayouts/slideLayout_80000022_36DF681B.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472644" y="669386"/>
            <a:ext cx="7231413" cy="1005840"/>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994" y="-5468"/>
            <a:ext cx="4011836"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472644" y="1812385"/>
            <a:ext cx="7231407"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0B7660C-CAF5-4FC9-86B5-B26A7E4A8EC1}"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6108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_80000023_CC3170AA.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0CD6142-072F-48E5-B67D-3EF3F812C6FE}"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7921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_80000024_99BE62AC.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5365423" y="678485"/>
            <a:ext cx="6369370" cy="1005840"/>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466"/>
            <a:ext cx="4886539"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37389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297296F-18E7-4078-BB93-29D93663E6A0}"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908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93911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_80000025_AC2A560B.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78485"/>
            <a:ext cx="6369370" cy="1005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39E9172E-8915-4EB5-A370-10EC0AFCA12E}"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84556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_80000026_4A13A64E.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191500" y="458144"/>
            <a:ext cx="3433926" cy="1681551"/>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722292"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191500" y="2276856"/>
            <a:ext cx="3433926" cy="3785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B63082-E6A0-4066-A0B6-20A068686B3D}"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72735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2801742"/>
      </p:ext>
    </p:extLst>
  </p:cSld>
  <p:clrMapOvr>
    <a:masterClrMapping/>
  </p:clrMapOvr>
</p:sldLayout>
</file>

<file path=ppt/slideLayouts/slideLayout_80000027_E7286BC8.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8145"/>
            <a:ext cx="4000497" cy="167979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272880"/>
            <a:ext cx="4000497" cy="3789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4853323" y="0"/>
            <a:ext cx="7338676"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95658D0F-C182-4C92-ACB9-F964CC184FE5}"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8185928"/>
      </p:ext>
    </p:extLst>
  </p:cSld>
  <p:clrMapOvr>
    <a:masterClrMapping/>
  </p:clrMapOvr>
</p:sldLayout>
</file>

<file path=ppt/slideLayouts/slideLayout_80000028_CCBCB55D.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7739922" y="458144"/>
            <a:ext cx="3909536" cy="1485873"/>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268396"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7739922" y="2463789"/>
            <a:ext cx="3909534" cy="35610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52D4831-0D6F-486E-80BE-7F39D2F5ED34}"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4919261"/>
      </p:ext>
    </p:extLst>
  </p:cSld>
  <p:clrMapOvr>
    <a:masterClrMapping/>
  </p:clrMapOvr>
</p:sldLayout>
</file>

<file path=ppt/slideLayouts/slideLayout_80000029_4E4A158F.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664673" y="586591"/>
            <a:ext cx="2915036" cy="1600279"/>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8186508"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664673" y="2714536"/>
            <a:ext cx="2915038" cy="3227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F7C01F2-786A-4547-AA46-CD2877B354BD}"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E6711F-CD71-AB46-003C-BE1DB3B8E841}"/>
              </a:ext>
            </a:extLst>
          </p:cNvPr>
          <p:cNvCxnSpPr>
            <a:cxnSpLocks/>
          </p:cNvCxnSpPr>
          <p:nvPr/>
        </p:nvCxnSpPr>
        <p:spPr>
          <a:xfrm>
            <a:off x="818776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D5807C1-3535-030D-D48C-9F2B70401B10}"/>
              </a:ext>
            </a:extLst>
          </p:cNvPr>
          <p:cNvCxnSpPr>
            <a:cxnSpLocks/>
          </p:cNvCxnSpPr>
          <p:nvPr/>
        </p:nvCxnSpPr>
        <p:spPr>
          <a:xfrm flipH="1">
            <a:off x="8186508" y="2443138"/>
            <a:ext cx="4005492"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478031"/>
      </p:ext>
    </p:extLst>
  </p:cSld>
  <p:clrMapOvr>
    <a:masterClrMapping/>
  </p:clrMapOvr>
</p:sldLayout>
</file>

<file path=ppt/slideLayouts/slideLayout_80000030_1CBAFECE.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377072"/>
            <a:ext cx="4000500" cy="1225485"/>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7087"/>
            <a:ext cx="4922517" cy="454456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438534" y="377072"/>
            <a:ext cx="614117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2EFF2A1-EC7F-4AB7-95CC-1A5D4960DDDC}"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9497"/>
            <a:ext cx="464819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92251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0169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_80000031_D7903CA.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4407360"/>
            <a:ext cx="3543299" cy="1732820"/>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1" y="466598"/>
            <a:ext cx="4460008" cy="3601433"/>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892635" y="788704"/>
            <a:ext cx="6730614" cy="538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25C997E-D623-46F9-983F-02EE2A50E962}" type="datetime1">
              <a:rPr lang="en-US" smtClean="0"/>
              <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0346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_80000032_44ED5AD8.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0" anchor="ctr">
            <a:normAutofit/>
          </a:bodyPr>
          <a:lstStyle>
            <a:lvl1pPr algn="ctr">
              <a:lnSpc>
                <a:spcPct val="110000"/>
              </a:lnSpc>
              <a:defRPr lang="en-US" sz="2800" cap="all" spc="100" baseline="0" dirty="0">
                <a:solidFill>
                  <a:schemeClr val="tx2">
                    <a:lumMod val="90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tx2">
                    <a:lumMod val="90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C9562A37-9792-4A3D-AC02-6A4B23C1446C}" type="datetime1">
              <a:rPr lang="en-US" smtClean="0"/>
              <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10" name="Straight Connector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405976"/>
      </p:ext>
    </p:extLst>
  </p:cSld>
  <p:clrMapOvr>
    <a:overrideClrMapping bg1="dk1" tx1="lt1" bg2="dk2" tx2="lt2" accent1="accent1" accent2="accent2" accent3="accent3" accent4="accent4" accent5="accent5" accent6="accent6" hlink="hlink" folHlink="folHlink"/>
  </p:clrMapOvr>
</p:sldLayout>
</file>

<file path=ppt/slideLayouts/slideLayout_80000033_2857B4E0.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F9816A-24DB-A6D2-3F39-E78DC5E1C26D}"/>
              </a:ext>
            </a:extLst>
          </p:cNvPr>
          <p:cNvSpPr/>
          <p:nvPr/>
        </p:nvSpPr>
        <p:spPr>
          <a:xfrm>
            <a:off x="0" y="0"/>
            <a:ext cx="12192000" cy="6858000"/>
          </a:xfrm>
          <a:prstGeom prst="rect">
            <a:avLst/>
          </a:prstGeom>
          <a:solidFill>
            <a:schemeClr val="accent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06196" y="5248656"/>
            <a:ext cx="10579608" cy="896112"/>
          </a:xfrm>
        </p:spPr>
        <p:txBody>
          <a:bodyPr vert="horz" lIns="91440" tIns="45720" rIns="91440" bIns="45720" rtlCol="0" anchor="ctr">
            <a:normAutofit/>
          </a:bodyPr>
          <a:lstStyle>
            <a:lvl1pPr algn="ctr">
              <a:lnSpc>
                <a:spcPct val="110000"/>
              </a:lnSpc>
              <a:defRPr lang="en-US" sz="2400" cap="all" spc="200" baseline="0" dirty="0">
                <a:solidFill>
                  <a:schemeClr val="accent4">
                    <a:lumMod val="75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5300" y="603504"/>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accent4">
                    <a:lumMod val="75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1F117CE1-1F0B-4FFC-8B82-41B7D828BC9C}" type="datetime1">
              <a:rPr lang="en-US" smtClean="0"/>
              <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6" name="Straight Connector 5">
            <a:extLst>
              <a:ext uri="{FF2B5EF4-FFF2-40B4-BE49-F238E27FC236}">
                <a16:creationId xmlns:a16="http://schemas.microsoft.com/office/drawing/2014/main" id="{64C657CA-BC15-CFB3-68A2-CD405FBC42E3}"/>
              </a:ext>
            </a:extLst>
          </p:cNvPr>
          <p:cNvCxnSpPr>
            <a:cxnSpLocks/>
          </p:cNvCxnSpPr>
          <p:nvPr/>
        </p:nvCxnSpPr>
        <p:spPr>
          <a:xfrm flipH="1">
            <a:off x="0" y="5018669"/>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2258A7C-B0B2-E98B-CC50-E513F3F96778}"/>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836576"/>
      </p:ext>
    </p:extLst>
  </p:cSld>
  <p:clrMapOvr>
    <a:overrideClrMapping bg1="lt1" tx1="dk1" bg2="lt2" tx2="dk2" accent1="accent1" accent2="accent2" accent3="accent3" accent4="accent4" accent5="accent5" accent6="accent6" hlink="hlink" folHlink="folHlink"/>
  </p:clrMapOvr>
</p:sldLayout>
</file>

<file path=ppt/slideLayouts/slideLayout_80000034_C393E50A.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DE1DC1-9689-2EE3-E7BA-1B5865E69925}"/>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718209" y="5095152"/>
            <a:ext cx="8755582" cy="1397088"/>
          </a:xfrm>
        </p:spPr>
        <p:txBody>
          <a:bodyPr vert="horz" lIns="91440" tIns="45720" rIns="91440" bIns="45720" rtlCol="0" anchor="ctr">
            <a:normAutofit/>
          </a:bodyPr>
          <a:lstStyle>
            <a:lvl1pPr algn="ctr">
              <a:lnSpc>
                <a:spcPct val="120000"/>
              </a:lnSpc>
              <a:defRPr lang="en-US" sz="2600" cap="all" spc="100" baseline="0" dirty="0">
                <a:solidFill>
                  <a:schemeClr val="accent4"/>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915924" y="604476"/>
            <a:ext cx="10360152" cy="3886200"/>
          </a:xfrm>
        </p:spPr>
        <p:txBody>
          <a:bodyPr vert="horz" lIns="91440" tIns="45720" rIns="91440" bIns="45720" rtlCol="0" anchor="b">
            <a:normAutofit/>
          </a:bodyPr>
          <a:lstStyle>
            <a:lvl1pPr marL="0" indent="0" algn="ctr">
              <a:lnSpc>
                <a:spcPct val="90000"/>
              </a:lnSpc>
              <a:spcBef>
                <a:spcPts val="0"/>
              </a:spcBef>
              <a:buNone/>
              <a:defRPr lang="en-US" sz="26000" dirty="0">
                <a:solidFill>
                  <a:schemeClr val="accent4"/>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B971A27B-A749-472F-81B6-1B05B1178D9A}" type="datetime1">
              <a:rPr lang="en-US" smtClean="0"/>
              <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9" name="Straight Connector 8">
            <a:extLst>
              <a:ext uri="{FF2B5EF4-FFF2-40B4-BE49-F238E27FC236}">
                <a16:creationId xmlns:a16="http://schemas.microsoft.com/office/drawing/2014/main" id="{C4E840B4-4A86-E59D-DE37-6D68E8998743}"/>
              </a:ext>
            </a:extLst>
          </p:cNvPr>
          <p:cNvCxnSpPr>
            <a:cxnSpLocks/>
          </p:cNvCxnSpPr>
          <p:nvPr/>
        </p:nvCxnSpPr>
        <p:spPr>
          <a:xfrm flipH="1">
            <a:off x="0" y="4800185"/>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74C1874-713F-9C70-0910-15468C71D94B}"/>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FE3C4BC-AB49-4B2D-6D76-2DB06F19B146}"/>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1249546"/>
      </p:ext>
    </p:extLst>
  </p:cSld>
  <p:clrMapOvr>
    <a:overrideClrMapping bg1="lt1" tx1="dk1" bg2="lt2" tx2="dk2" accent1="accent1" accent2="accent2" accent3="accent3" accent4="accent4" accent5="accent5" accent6="accent6" hlink="hlink" folHlink="folHlink"/>
  </p:clrMapOvr>
</p:sldLayout>
</file>

<file path=ppt/slideLayouts/slideLayout_80000035_1B8CFE1F.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5F8892-F2ED-BFCA-E7AB-85D6D27E4996}"/>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57200" y="4809744"/>
            <a:ext cx="10817352" cy="1325880"/>
          </a:xfrm>
        </p:spPr>
        <p:txBody>
          <a:bodyPr vert="horz" lIns="91440" tIns="45720" rIns="91440" bIns="45720" rtlCol="0" anchor="ctr">
            <a:normAutofit/>
          </a:bodyPr>
          <a:lstStyle>
            <a:lvl1pPr>
              <a:lnSpc>
                <a:spcPct val="120000"/>
              </a:lnSpc>
              <a:defRPr lang="en-US" sz="2400" cap="all" spc="200" baseline="0" dirty="0">
                <a:solidFill>
                  <a:schemeClr val="tx2">
                    <a:alpha val="90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57200" y="603504"/>
            <a:ext cx="10817352" cy="3886200"/>
          </a:xfrm>
        </p:spPr>
        <p:txBody>
          <a:bodyPr vert="horz" lIns="91440" tIns="45720" rIns="91440" bIns="45720" rtlCol="0" anchor="b">
            <a:normAutofit/>
          </a:bodyPr>
          <a:lstStyle>
            <a:lvl1pPr marL="0" indent="0">
              <a:lnSpc>
                <a:spcPct val="90000"/>
              </a:lnSpc>
              <a:buNone/>
              <a:defRPr lang="en-US" sz="26000" dirty="0">
                <a:solidFill>
                  <a:schemeClr val="accent4"/>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9C256155-0B73-4143-9F64-E379DA5158D3}" type="datetime1">
              <a:rPr lang="en-US" smtClean="0"/>
              <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6" name="Straight Connector 5">
            <a:extLst>
              <a:ext uri="{FF2B5EF4-FFF2-40B4-BE49-F238E27FC236}">
                <a16:creationId xmlns:a16="http://schemas.microsoft.com/office/drawing/2014/main" id="{FBC03FAC-E732-2A29-931B-DF10E16576A9}"/>
              </a:ext>
            </a:extLst>
          </p:cNvPr>
          <p:cNvCxnSpPr>
            <a:cxnSpLocks/>
          </p:cNvCxnSpPr>
          <p:nvPr/>
        </p:nvCxnSpPr>
        <p:spPr>
          <a:xfrm flipH="1">
            <a:off x="0" y="4567063"/>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EAA9EA-F053-9082-1866-9E27466BAA2B}"/>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4634D08-FFFD-5C50-9C95-E26621C9F10B}"/>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2224927"/>
      </p:ext>
    </p:extLst>
  </p:cSld>
  <p:clrMapOvr>
    <a:overrideClrMapping bg1="lt1" tx1="dk1" bg2="lt2" tx2="dk2" accent1="accent1" accent2="accent2" accent3="accent3" accent4="accent4" accent5="accent5" accent6="accent6" hlink="hlink" folHlink="folHlink"/>
  </p:clrMapOvr>
</p:sldLayout>
</file>

<file path=ppt/slideLayouts/slideLayout_80000036_B89FBD02.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solidFill>
                <a:latin typeface="+mj-lt"/>
              </a:defRPr>
            </a:lvl1pPr>
            <a:lvl2pPr marL="228600" indent="0" algn="ctr">
              <a:lnSpc>
                <a:spcPct val="110000"/>
              </a:lnSpc>
              <a:buNone/>
              <a:defRPr sz="4800" b="0">
                <a:solidFill>
                  <a:schemeClr val="tx2"/>
                </a:solidFill>
                <a:latin typeface="+mj-lt"/>
              </a:defRPr>
            </a:lvl2pPr>
            <a:lvl3pPr marL="457200" indent="0" algn="ctr">
              <a:lnSpc>
                <a:spcPct val="110000"/>
              </a:lnSpc>
              <a:buNone/>
              <a:defRPr sz="4400" b="0">
                <a:solidFill>
                  <a:schemeClr val="tx2"/>
                </a:solidFill>
                <a:latin typeface="+mj-lt"/>
              </a:defRPr>
            </a:lvl3pPr>
            <a:lvl4pPr marL="685800" indent="0" algn="ctr">
              <a:lnSpc>
                <a:spcPct val="110000"/>
              </a:lnSpc>
              <a:buNone/>
              <a:defRPr sz="4000" b="0">
                <a:solidFill>
                  <a:schemeClr val="tx2"/>
                </a:solidFill>
                <a:latin typeface="+mj-lt"/>
              </a:defRPr>
            </a:lvl4pPr>
            <a:lvl5pPr marL="914400" indent="0" algn="ctr">
              <a:lnSpc>
                <a:spcPct val="110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F5C9C745-4A41-4FD7-8C4E-D0B169A2E651}"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7476354"/>
      </p:ext>
    </p:extLst>
  </p:cSld>
  <p:clrMapOvr>
    <a:overrideClrMapping bg1="dk1" tx1="lt1" bg2="dk2" tx2="lt2" accent1="accent1" accent2="accent2" accent3="accent3" accent4="accent4" accent5="accent5" accent6="accent6" hlink="hlink" folHlink="folHlink"/>
  </p:clrMapOvr>
</p:sldLayout>
</file>

<file path=ppt/slideLayouts/slideLayout_80000037_7C4246B8.xml><?xml version="1.0" encoding="utf-8"?>
<p:sldLayout xmlns:a="http://schemas.openxmlformats.org/drawingml/2006/main" xmlns:r="http://schemas.openxmlformats.org/officeDocument/2006/relationships" xmlns:p="http://schemas.openxmlformats.org/presentationml/2006/main">
  <p:cSld name="Statement 2">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EFC0D0B-DA30-766C-173E-0170DEC1DFE7}"/>
              </a:ext>
            </a:extLst>
          </p:cNvPr>
          <p:cNvSpPr/>
          <p:nvPr/>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676" y="1069677"/>
            <a:ext cx="9290649" cy="4744528"/>
          </a:xfrm>
        </p:spPr>
        <p:txBody>
          <a:bodyPr anchor="ctr">
            <a:normAutofit/>
          </a:bodyPr>
          <a:lstStyle>
            <a:lvl1pPr marL="0" indent="0" algn="ctr">
              <a:lnSpc>
                <a:spcPct val="120000"/>
              </a:lnSpc>
              <a:buNone/>
              <a:defRPr sz="4000" b="0" cap="all" spc="260" baseline="0">
                <a:solidFill>
                  <a:schemeClr val="tx2"/>
                </a:solidFill>
              </a:defRPr>
            </a:lvl1pPr>
            <a:lvl2pPr marL="228600" indent="0" algn="ctr">
              <a:lnSpc>
                <a:spcPct val="120000"/>
              </a:lnSpc>
              <a:buNone/>
              <a:defRPr sz="4000" b="0" cap="all" spc="260" baseline="0">
                <a:solidFill>
                  <a:schemeClr val="tx2"/>
                </a:solidFill>
              </a:defRPr>
            </a:lvl2pPr>
            <a:lvl3pPr marL="457200" indent="0" algn="ctr">
              <a:lnSpc>
                <a:spcPct val="120000"/>
              </a:lnSpc>
              <a:buNone/>
              <a:defRPr sz="4000" b="0" cap="all" spc="260" baseline="0">
                <a:solidFill>
                  <a:schemeClr val="tx2"/>
                </a:solidFill>
              </a:defRPr>
            </a:lvl3pPr>
            <a:lvl4pPr marL="685800" indent="0" algn="ctr">
              <a:lnSpc>
                <a:spcPct val="120000"/>
              </a:lnSpc>
              <a:buNone/>
              <a:defRPr sz="4000" b="0" cap="all" spc="260" baseline="0">
                <a:solidFill>
                  <a:schemeClr val="tx2"/>
                </a:solidFill>
              </a:defRPr>
            </a:lvl4pPr>
            <a:lvl5pPr marL="914400" indent="0" algn="ctr">
              <a:lnSpc>
                <a:spcPct val="120000"/>
              </a:lnSpc>
              <a:buNone/>
              <a:defRPr sz="4000" b="0" cap="all" spc="260" baseline="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5FF4AC15-629B-4452-BF74-F975BDB281F7}"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6" name="Straight Connector 5">
            <a:extLst>
              <a:ext uri="{FF2B5EF4-FFF2-40B4-BE49-F238E27FC236}">
                <a16:creationId xmlns:a16="http://schemas.microsoft.com/office/drawing/2014/main" id="{6D749579-0FDB-004C-88C7-AEAFA967138F}"/>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236D2D7-1E6C-18EB-97E2-3C716E213514}"/>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C134195-89D3-0A49-21C0-FCE233C5FA6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A06AC78-B01D-B856-062B-5BDFA424140A}"/>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4718264"/>
      </p:ext>
    </p:extLst>
  </p:cSld>
  <p:clrMapOvr>
    <a:overrideClrMapping bg1="dk1" tx1="lt1" bg2="dk2" tx2="lt2" accent1="accent1" accent2="accent2" accent3="accent3" accent4="accent4" accent5="accent5" accent6="accent6" hlink="hlink" folHlink="folHlink"/>
  </p:clrMapOvr>
</p:sldLayout>
</file>

<file path=ppt/slideLayouts/slideLayout_80000038_5C2CE984.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4B8B42-1FAE-0461-C13E-F2663EC89061}"/>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alpha val="90000"/>
                  </a:schemeClr>
                </a:solidFill>
                <a:latin typeface="+mj-lt"/>
              </a:defRPr>
            </a:lvl1pPr>
            <a:lvl2pPr marL="228600" indent="0" algn="ctr">
              <a:lnSpc>
                <a:spcPct val="110000"/>
              </a:lnSpc>
              <a:buNone/>
              <a:defRPr sz="4800" b="0">
                <a:solidFill>
                  <a:schemeClr val="tx2">
                    <a:alpha val="90000"/>
                  </a:schemeClr>
                </a:solidFill>
                <a:latin typeface="+mj-lt"/>
              </a:defRPr>
            </a:lvl2pPr>
            <a:lvl3pPr marL="457200" indent="0" algn="ctr">
              <a:lnSpc>
                <a:spcPct val="110000"/>
              </a:lnSpc>
              <a:buNone/>
              <a:defRPr sz="4400" b="0">
                <a:solidFill>
                  <a:schemeClr val="tx2">
                    <a:alpha val="90000"/>
                  </a:schemeClr>
                </a:solidFill>
                <a:latin typeface="+mj-lt"/>
              </a:defRPr>
            </a:lvl3pPr>
            <a:lvl4pPr marL="685800" indent="0" algn="ctr">
              <a:lnSpc>
                <a:spcPct val="110000"/>
              </a:lnSpc>
              <a:buNone/>
              <a:defRPr sz="4000" b="0">
                <a:solidFill>
                  <a:schemeClr val="tx2">
                    <a:alpha val="90000"/>
                  </a:schemeClr>
                </a:solidFill>
                <a:latin typeface="+mj-lt"/>
              </a:defRPr>
            </a:lvl4pPr>
            <a:lvl5pPr marL="914400" indent="0" algn="ctr">
              <a:lnSpc>
                <a:spcPct val="110000"/>
              </a:lnSpc>
              <a:buNone/>
              <a:defRPr sz="3600" b="0">
                <a:solidFill>
                  <a:schemeClr val="tx2">
                    <a:alpha val="90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E2F4F173-9D81-4F4A-B482-47266F50A4EC}"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6447236"/>
      </p:ext>
    </p:extLst>
  </p:cSld>
  <p:clrMapOvr>
    <a:overrideClrMapping bg1="lt1" tx1="dk1" bg2="lt2" tx2="dk2" accent1="accent1" accent2="accent2" accent3="accent3" accent4="accent4" accent5="accent5" accent6="accent6" hlink="hlink" folHlink="folHlink"/>
  </p:clrMapOvr>
</p:sldLayout>
</file>

<file path=ppt/slideLayouts/slideLayout_80000039_BA65211.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AF5849-739D-C101-47C3-B7745B65C36B}"/>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1" y="726618"/>
            <a:ext cx="9057452" cy="3959677"/>
          </a:xfrm>
        </p:spPr>
        <p:txBody>
          <a:bodyPr anchor="ctr">
            <a:noAutofit/>
          </a:bodyPr>
          <a:lstStyle>
            <a:lvl1pPr marL="0" indent="0">
              <a:lnSpc>
                <a:spcPct val="100000"/>
              </a:lnSpc>
              <a:buNone/>
              <a:defRPr sz="6200" b="0">
                <a:solidFill>
                  <a:schemeClr val="tx2">
                    <a:alpha val="90000"/>
                  </a:schemeClr>
                </a:solidFill>
                <a:latin typeface="+mj-lt"/>
              </a:defRPr>
            </a:lvl1pPr>
            <a:lvl2pPr marL="228600" indent="0">
              <a:lnSpc>
                <a:spcPct val="100000"/>
              </a:lnSpc>
              <a:buNone/>
              <a:defRPr sz="6200" b="0">
                <a:solidFill>
                  <a:schemeClr val="tx2">
                    <a:alpha val="90000"/>
                  </a:schemeClr>
                </a:solidFill>
                <a:latin typeface="+mj-lt"/>
              </a:defRPr>
            </a:lvl2pPr>
            <a:lvl3pPr marL="457200" indent="0">
              <a:lnSpc>
                <a:spcPct val="100000"/>
              </a:lnSpc>
              <a:buNone/>
              <a:defRPr sz="6200" b="0">
                <a:solidFill>
                  <a:schemeClr val="tx2">
                    <a:alpha val="90000"/>
                  </a:schemeClr>
                </a:solidFill>
                <a:latin typeface="+mj-lt"/>
              </a:defRPr>
            </a:lvl3pPr>
            <a:lvl4pPr marL="685800" indent="0">
              <a:lnSpc>
                <a:spcPct val="100000"/>
              </a:lnSpc>
              <a:buNone/>
              <a:defRPr sz="6200" b="0">
                <a:solidFill>
                  <a:schemeClr val="tx2">
                    <a:alpha val="90000"/>
                  </a:schemeClr>
                </a:solidFill>
                <a:latin typeface="+mj-lt"/>
              </a:defRPr>
            </a:lvl4pPr>
            <a:lvl5pPr marL="914400" indent="0">
              <a:lnSpc>
                <a:spcPct val="100000"/>
              </a:lnSpc>
              <a:buNone/>
              <a:defRPr sz="6200" b="0">
                <a:solidFill>
                  <a:schemeClr val="tx2">
                    <a:alpha val="90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9E1D5883-312E-414B-BA92-FC743CE74AFA}"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6" name="Straight Connector 5">
            <a:extLst>
              <a:ext uri="{FF2B5EF4-FFF2-40B4-BE49-F238E27FC236}">
                <a16:creationId xmlns:a16="http://schemas.microsoft.com/office/drawing/2014/main" id="{7E668AFA-4F03-20A8-1BA4-B3199B0ED0C7}"/>
              </a:ext>
            </a:extLst>
          </p:cNvPr>
          <p:cNvCxnSpPr>
            <a:cxnSpLocks/>
          </p:cNvCxnSpPr>
          <p:nvPr/>
        </p:nvCxnSpPr>
        <p:spPr>
          <a:xfrm flipH="1">
            <a:off x="0" y="528468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798B79-8105-6FCD-C65A-F6BE09F875EB}"/>
              </a:ext>
            </a:extLst>
          </p:cNvPr>
          <p:cNvCxnSpPr>
            <a:cxnSpLocks/>
          </p:cNvCxnSpPr>
          <p:nvPr/>
        </p:nvCxnSpPr>
        <p:spPr>
          <a:xfrm>
            <a:off x="10624726"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449361"/>
      </p:ext>
    </p:extLst>
  </p:cSld>
  <p:clrMapOvr>
    <a:overrideClrMapping bg1="lt1" tx1="dk1" bg2="lt2" tx2="dk2" accent1="accent1" accent2="accent2" accent3="accent3" accent4="accent4" accent5="accent5" accent6="accent6" hlink="hlink" folHlink="folHlink"/>
  </p:clrMapOvr>
</p:sldLayout>
</file>

<file path=ppt/slideLayouts/slideLayout_80000040_F89AEC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52C1-DD73-A90F-46E0-33A4D558013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238F8C10-87B8-01D2-2FEE-DAC41B9CF7C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225E57E-7F73-3825-2158-80859BAD43A4}"/>
              </a:ext>
            </a:extLst>
          </p:cNvPr>
          <p:cNvSpPr>
            <a:spLocks noGrp="1"/>
          </p:cNvSpPr>
          <p:nvPr>
            <p:ph type="dt" sz="half" idx="10"/>
          </p:nvPr>
        </p:nvSpPr>
        <p:spPr/>
        <p:txBody>
          <a:bodyPr/>
          <a:lstStyle/>
          <a:p>
            <a:fld id="{3235819A-32CF-4E28-B3BF-584E7896B0B9}" type="datetime1">
              <a:rPr lang="en-US" smtClean="0"/>
              <a:t/>
            </a:fld>
            <a:endParaRPr lang="en-US"/>
          </a:p>
        </p:txBody>
      </p:sp>
      <p:sp>
        <p:nvSpPr>
          <p:cNvPr id="5" name="Slide Number Placeholder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a:lstStyle/>
          <a:p>
            <a:fld id="{DDF60B60-82CA-4BB9-BA6E-A62FADF2374B}" type="slidenum">
              <a:rPr lang="en-US" smtClean="0"/>
              <a:t/>
            </a:fld>
            <a:endParaRPr lang="en-US"/>
          </a:p>
        </p:txBody>
      </p:sp>
    </p:spTree>
    <p:extLst>
      <p:ext uri="{BB962C8B-B14F-4D97-AF65-F5344CB8AC3E}">
        <p14:creationId xmlns:p14="http://schemas.microsoft.com/office/powerpoint/2010/main" val="4170902548"/>
      </p:ext>
    </p:extLst>
  </p:cSld>
  <p:clrMapOvr>
    <a:masterClrMapping/>
  </p:clrMapOvr>
</p:sldLayout>
</file>

<file path=ppt/slideLayouts/slideLayout_80000041_81C09FA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51370D-0A93-44DD-E049-EF3265B73F77}"/>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B6FF00A2-5853-30A7-62F5-7C7CB5A22191}"/>
              </a:ext>
            </a:extLst>
          </p:cNvPr>
          <p:cNvSpPr>
            <a:spLocks noGrp="1"/>
          </p:cNvSpPr>
          <p:nvPr>
            <p:ph type="dt" sz="half" idx="10"/>
          </p:nvPr>
        </p:nvSpPr>
        <p:spPr/>
        <p:txBody>
          <a:bodyPr/>
          <a:lstStyle/>
          <a:p>
            <a:fld id="{24FD1C49-B0F9-453B-AEA5-082224781CE0}" type="datetime1">
              <a:rPr lang="en-US" smtClean="0"/>
              <a:t/>
            </a:fld>
            <a:endParaRPr lang="en-US"/>
          </a:p>
        </p:txBody>
      </p:sp>
      <p:sp>
        <p:nvSpPr>
          <p:cNvPr id="4" name="Slide Number Placeholder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a:lstStyle/>
          <a:p>
            <a:fld id="{DDF60B60-82CA-4BB9-BA6E-A62FADF2374B}" type="slidenum">
              <a:rPr lang="en-US" smtClean="0"/>
              <a:t/>
            </a:fld>
            <a:endParaRPr lang="en-US"/>
          </a:p>
        </p:txBody>
      </p:sp>
    </p:spTree>
    <p:extLst>
      <p:ext uri="{BB962C8B-B14F-4D97-AF65-F5344CB8AC3E}">
        <p14:creationId xmlns:p14="http://schemas.microsoft.com/office/powerpoint/2010/main" val="2176884640"/>
      </p:ext>
    </p:extLst>
  </p:cSld>
  <p:clrMapOvr>
    <a:masterClrMapping/>
  </p:clrMapOvr>
</p:sldLayout>
</file>

<file path=ppt/slideLayouts/slideLayout_80000042_5741F7AD.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B5AB-0FA3-E8AE-A6A1-C03EE2DDAC1C}"/>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407D3D71-61A7-7BE9-20ED-B5AF76B017E2}"/>
              </a:ext>
            </a:extLst>
          </p:cNvPr>
          <p:cNvSpPr>
            <a:spLocks noGrp="1"/>
          </p:cNvSpPr>
          <p:nvPr>
            <p:ph type="body" sz="half" idx="2"/>
          </p:nvPr>
        </p:nvSpPr>
        <p:spPr>
          <a:xfrm>
            <a:off x="457200" y="2057400"/>
            <a:ext cx="3840480" cy="397925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94D1ED4A-75CE-22B6-973F-969688C90EC1}"/>
              </a:ext>
            </a:extLst>
          </p:cNvPr>
          <p:cNvSpPr>
            <a:spLocks noGrp="1"/>
          </p:cNvSpPr>
          <p:nvPr>
            <p:ph idx="1"/>
          </p:nvPr>
        </p:nvSpPr>
        <p:spPr>
          <a:xfrm>
            <a:off x="5183187" y="457201"/>
            <a:ext cx="6551601" cy="557945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BDB4269-D6C6-3706-6E34-9B96440E4C79}"/>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5" name="Date Placeholder 4">
            <a:extLst>
              <a:ext uri="{FF2B5EF4-FFF2-40B4-BE49-F238E27FC236}">
                <a16:creationId xmlns:a16="http://schemas.microsoft.com/office/drawing/2014/main" id="{8525825D-6882-CF7E-DED2-796EB50E5624}"/>
              </a:ext>
            </a:extLst>
          </p:cNvPr>
          <p:cNvSpPr>
            <a:spLocks noGrp="1"/>
          </p:cNvSpPr>
          <p:nvPr>
            <p:ph type="dt" sz="half" idx="10"/>
          </p:nvPr>
        </p:nvSpPr>
        <p:spPr/>
        <p:txBody>
          <a:bodyPr/>
          <a:lstStyle/>
          <a:p>
            <a:fld id="{E1499D84-B6AF-4AD4-8BA4-CA27940FE19C}" type="datetime1">
              <a:rPr lang="en-US" smtClean="0"/>
              <a:t/>
            </a:fld>
            <a:endParaRPr lang="en-US"/>
          </a:p>
        </p:txBody>
      </p:sp>
      <p:sp>
        <p:nvSpPr>
          <p:cNvPr id="7" name="Slide Number Placeholder 6">
            <a:extLst>
              <a:ext uri="{FF2B5EF4-FFF2-40B4-BE49-F238E27FC236}">
                <a16:creationId xmlns:a16="http://schemas.microsoft.com/office/drawing/2014/main" id="{9E661EE4-2972-F8D1-E2C0-577A67DEC944}"/>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8" name="Straight Connector 7">
            <a:extLst>
              <a:ext uri="{FF2B5EF4-FFF2-40B4-BE49-F238E27FC236}">
                <a16:creationId xmlns:a16="http://schemas.microsoft.com/office/drawing/2014/main" id="{1A5F8204-04DE-BDF1-25A8-C8850EC04A7C}"/>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C0CCA0B-4B85-D092-C9D6-7644345E4BFB}"/>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3941037"/>
      </p:ext>
    </p:extLst>
  </p:cSld>
  <p:clrMapOvr>
    <a:masterClrMapping/>
  </p:clrMapOvr>
</p:sldLayout>
</file>

<file path=ppt/slideLayouts/slideLayout_80000043_8E4795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64BF-25B8-DF5F-78A5-EF299DBC0FE5}"/>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3EB6BD76-5832-C2AF-7743-B7CB3A9FD207}"/>
              </a:ext>
            </a:extLst>
          </p:cNvPr>
          <p:cNvSpPr>
            <a:spLocks noGrp="1"/>
          </p:cNvSpPr>
          <p:nvPr>
            <p:ph type="body" sz="half" idx="2"/>
          </p:nvPr>
        </p:nvSpPr>
        <p:spPr>
          <a:xfrm>
            <a:off x="457200" y="2073584"/>
            <a:ext cx="3840480" cy="38807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3F01BD91-BD6E-DEBA-3699-22D6D0CCE7F1}"/>
              </a:ext>
            </a:extLst>
          </p:cNvPr>
          <p:cNvSpPr>
            <a:spLocks noGrp="1"/>
          </p:cNvSpPr>
          <p:nvPr>
            <p:ph type="pic" idx="1" hasCustomPrompt="1"/>
          </p:nvPr>
        </p:nvSpPr>
        <p:spPr>
          <a:xfrm>
            <a:off x="5183188" y="542165"/>
            <a:ext cx="6466646" cy="5313731"/>
          </a:xfrm>
          <a:blipFill dpi="0" rotWithShape="1">
            <a:blip r:embed="rId2">
              <a:alphaModFix amt="8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5BC7AD9D-75CD-C3FA-F88F-4D8A87B72273}"/>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5" name="Date Placeholder 4">
            <a:extLst>
              <a:ext uri="{FF2B5EF4-FFF2-40B4-BE49-F238E27FC236}">
                <a16:creationId xmlns:a16="http://schemas.microsoft.com/office/drawing/2014/main" id="{F47D41FD-57A5-7CC9-58D3-3ACA20265E6C}"/>
              </a:ext>
            </a:extLst>
          </p:cNvPr>
          <p:cNvSpPr>
            <a:spLocks noGrp="1"/>
          </p:cNvSpPr>
          <p:nvPr>
            <p:ph type="dt" sz="half" idx="10"/>
          </p:nvPr>
        </p:nvSpPr>
        <p:spPr/>
        <p:txBody>
          <a:bodyPr/>
          <a:lstStyle/>
          <a:p>
            <a:fld id="{88160925-047A-4C6B-94FB-6885B6031109}" type="datetime1">
              <a:rPr lang="en-US" smtClean="0"/>
              <a:t/>
            </a:fld>
            <a:endParaRPr lang="en-US"/>
          </a:p>
        </p:txBody>
      </p:sp>
      <p:sp>
        <p:nvSpPr>
          <p:cNvPr id="7" name="Slide Number Placeholder 6">
            <a:extLst>
              <a:ext uri="{FF2B5EF4-FFF2-40B4-BE49-F238E27FC236}">
                <a16:creationId xmlns:a16="http://schemas.microsoft.com/office/drawing/2014/main" id="{6EACC530-F0C1-526A-3F3A-EA8A7A29A70E}"/>
              </a:ext>
            </a:extLst>
          </p:cNvPr>
          <p:cNvSpPr>
            <a:spLocks noGrp="1"/>
          </p:cNvSpPr>
          <p:nvPr>
            <p:ph type="sldNum" sz="quarter" idx="12"/>
          </p:nvPr>
        </p:nvSpPr>
        <p:spPr/>
        <p:txBody>
          <a:bodyPr/>
          <a:lstStyle/>
          <a:p>
            <a:fld id="{DDF60B60-82CA-4BB9-BA6E-A62FADF2374B}" type="slidenum">
              <a:rPr lang="en-US" smtClean="0"/>
              <a:t/>
            </a:fld>
            <a:endParaRPr lang="en-US"/>
          </a:p>
        </p:txBody>
      </p:sp>
      <p:cxnSp>
        <p:nvCxnSpPr>
          <p:cNvPr id="9" name="Straight Connector 8">
            <a:extLst>
              <a:ext uri="{FF2B5EF4-FFF2-40B4-BE49-F238E27FC236}">
                <a16:creationId xmlns:a16="http://schemas.microsoft.com/office/drawing/2014/main" id="{09332F2A-AF1E-7A2E-F872-24CEC59A2C2B}"/>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041477D-FCE4-BE8D-ED72-1A4C8D664981}"/>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7055952"/>
      </p:ext>
    </p:extLst>
  </p:cSld>
  <p:clrMapOvr>
    <a:masterClrMapping/>
  </p:clrMapOvr>
</p:sldLayout>
</file>

<file path=ppt/slideLayouts/slideLayout_80000044_45FFE67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11122508" cy="1993399"/>
          </a:xfrm>
        </p:spPr>
        <p:txBody>
          <a:bodyPr anchor="b">
            <a:normAutofit/>
          </a:bodyPr>
          <a:lstStyle>
            <a:lvl1pPr>
              <a:defRPr sz="6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199" y="3528206"/>
            <a:ext cx="11122509" cy="2754253"/>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DD049693-73B8-4968-A0F1-3875574BBB60}"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4398582"/>
      </p:ext>
    </p:extLst>
  </p:cSld>
  <p:clrMapOvr>
    <a:overrideClrMapping bg1="lt1" tx1="dk1" bg2="lt2" tx2="dk2" accent1="accent1" accent2="accent2" accent3="accent3" accent4="accent4" accent5="accent5" accent6="accent6" hlink="hlink" folHlink="folHlink"/>
  </p:clrMapOvr>
</p:sldLayout>
</file>

<file path=ppt/slideLayouts/slideLayout_80000045_A564ADCA.xml><?xml version="1.0" encoding="utf-8"?>
<p:sldLayout xmlns:a="http://schemas.openxmlformats.org/drawingml/2006/main" xmlns:r="http://schemas.openxmlformats.org/officeDocument/2006/relationships" xmlns:p="http://schemas.openxmlformats.org/presentationml/2006/main">
  <p:cSld name="Conclusion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6768193" cy="1993399"/>
          </a:xfrm>
        </p:spPr>
        <p:txBody>
          <a:bodyPr anchor="b">
            <a:normAutofit/>
          </a:bodyPr>
          <a:lstStyle>
            <a:lvl1pPr>
              <a:defRPr sz="6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28206"/>
            <a:ext cx="6768193" cy="1794899"/>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69F7915E-BF18-4119-A409-F175A6E221CE}"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
            </a:fld>
            <a:endParaRPr lang="en-US"/>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4838730"/>
      </p:ext>
    </p:extLst>
  </p:cSld>
  <p:clrMapOvr>
    <a:overrideClrMapping bg1="lt1" tx1="dk1" bg2="lt2" tx2="dk2" accent1="accent1" accent2="accent2" accent3="accent3" accent4="accent4" accent5="accent5" accent6="accent6" hlink="hlink" folHlink="folHlink"/>
  </p:clrMapOvr>
</p:sldLayout>
</file>

<file path=ppt/slideMasters/_rels/slideMaster_80000000_A6DD140A.xml.rels><?xml version="1.0" encoding="UTF-8" standalone="yes"?>
<Relationships xmlns="http://schemas.openxmlformats.org/package/2006/relationships"><Relationship Id="rId13" Type="http://schemas.openxmlformats.org/officeDocument/2006/relationships/slideLayout" Target="../slideLayouts/slideLayout_80000019_6329FC8A.xml"/><Relationship Id="rId18" Type="http://schemas.openxmlformats.org/officeDocument/2006/relationships/slideLayout" Target="../slideLayouts/slideLayout_8000001E_682211D7.xml"/><Relationship Id="rId26" Type="http://schemas.openxmlformats.org/officeDocument/2006/relationships/slideLayout" Target="../slideLayouts/slideLayout_80000026_4A13A64E.xml"/><Relationship Id="rId39" Type="http://schemas.openxmlformats.org/officeDocument/2006/relationships/slideLayout" Target="../slideLayouts/slideLayout_80000033_2857B4E0.xml"/><Relationship Id="rId21" Type="http://schemas.openxmlformats.org/officeDocument/2006/relationships/slideLayout" Target="../slideLayouts/slideLayout_80000021_C4B51255.xml"/><Relationship Id="rId34" Type="http://schemas.openxmlformats.org/officeDocument/2006/relationships/slideLayout" Target="../slideLayouts/slideLayout_8000002E_EF93EA0A.xml"/><Relationship Id="rId42" Type="http://schemas.openxmlformats.org/officeDocument/2006/relationships/slideLayout" Target="../slideLayouts/slideLayout_80000036_B89FBD02.xml"/><Relationship Id="rId47" Type="http://schemas.openxmlformats.org/officeDocument/2006/relationships/slideLayout" Target="../slideLayouts/slideLayout_8000003B_258A3943.xml"/><Relationship Id="rId50" Type="http://schemas.openxmlformats.org/officeDocument/2006/relationships/slideLayout" Target="../slideLayouts/slideLayout_8000003E_839E111D.xml"/><Relationship Id="rId55" Type="http://schemas.openxmlformats.org/officeDocument/2006/relationships/slideLayout" Target="../slideLayouts/slideLayout_80000043_8E479550.xml"/><Relationship Id="rId7" Type="http://schemas.openxmlformats.org/officeDocument/2006/relationships/slideLayout" Target="../slideLayouts/slideLayout_80000007_17057CC.xml"/><Relationship Id="rId2" Type="http://schemas.openxmlformats.org/officeDocument/2006/relationships/slideLayout" Target="../slideLayouts/slideLayout_80000002_6379CFFE.xml"/><Relationship Id="rId16" Type="http://schemas.openxmlformats.org/officeDocument/2006/relationships/slideLayout" Target="../slideLayouts/slideLayout_8000001C_CAD36B7A.xml"/><Relationship Id="rId29" Type="http://schemas.openxmlformats.org/officeDocument/2006/relationships/slideLayout" Target="../slideLayouts/slideLayout_80000029_4E4A158F.xml"/><Relationship Id="rId11" Type="http://schemas.openxmlformats.org/officeDocument/2006/relationships/slideLayout" Target="../slideLayouts/slideLayout_8000000B_70D46F6D.xml"/><Relationship Id="rId24" Type="http://schemas.openxmlformats.org/officeDocument/2006/relationships/slideLayout" Target="../slideLayouts/slideLayout_80000024_99BE62AC.xml"/><Relationship Id="rId32" Type="http://schemas.openxmlformats.org/officeDocument/2006/relationships/slideLayout" Target="../slideLayouts/slideLayout_8000002C_BE5A461E.xml"/><Relationship Id="rId37" Type="http://schemas.openxmlformats.org/officeDocument/2006/relationships/slideLayout" Target="../slideLayouts/slideLayout_80000031_D7903CA.xml"/><Relationship Id="rId40" Type="http://schemas.openxmlformats.org/officeDocument/2006/relationships/slideLayout" Target="../slideLayouts/slideLayout_80000034_C393E50A.xml"/><Relationship Id="rId45" Type="http://schemas.openxmlformats.org/officeDocument/2006/relationships/slideLayout" Target="../slideLayouts/slideLayout_80000039_BA65211.xml"/><Relationship Id="rId53" Type="http://schemas.openxmlformats.org/officeDocument/2006/relationships/slideLayout" Target="../slideLayouts/slideLayout_80000041_81C09FA0.xml"/><Relationship Id="rId58" Type="http://schemas.openxmlformats.org/officeDocument/2006/relationships/theme" Target="../theme/theme_80000000_A6DD140A.xml"/><Relationship Id="rId5" Type="http://schemas.openxmlformats.org/officeDocument/2006/relationships/slideLayout" Target="../slideLayouts/slideLayout_80000005_1BD3C5A7.xml"/><Relationship Id="rId19" Type="http://schemas.openxmlformats.org/officeDocument/2006/relationships/slideLayout" Target="../slideLayouts/slideLayout_8000001F_CA900C3E.xml"/><Relationship Id="rId4" Type="http://schemas.openxmlformats.org/officeDocument/2006/relationships/slideLayout" Target="../slideLayouts/slideLayout_80000004_82790DE6.xml"/><Relationship Id="rId9" Type="http://schemas.openxmlformats.org/officeDocument/2006/relationships/slideLayout" Target="../slideLayouts/slideLayout_80000009_6C323EB0.xml"/><Relationship Id="rId14" Type="http://schemas.openxmlformats.org/officeDocument/2006/relationships/slideLayout" Target="../slideLayouts/slideLayout_8000001A_F1F1D18A.xml"/><Relationship Id="rId22" Type="http://schemas.openxmlformats.org/officeDocument/2006/relationships/slideLayout" Target="../slideLayouts/slideLayout_80000022_36DF681B.xml"/><Relationship Id="rId27" Type="http://schemas.openxmlformats.org/officeDocument/2006/relationships/slideLayout" Target="../slideLayouts/slideLayout_80000027_E7286BC8.xml"/><Relationship Id="rId30" Type="http://schemas.openxmlformats.org/officeDocument/2006/relationships/slideLayout" Target="../slideLayouts/slideLayout_8000002A_426DCF22.xml"/><Relationship Id="rId35" Type="http://schemas.openxmlformats.org/officeDocument/2006/relationships/slideLayout" Target="../slideLayouts/slideLayout_8000002F_D1098269.xml"/><Relationship Id="rId43" Type="http://schemas.openxmlformats.org/officeDocument/2006/relationships/slideLayout" Target="../slideLayouts/slideLayout_80000037_7C4246B8.xml"/><Relationship Id="rId48" Type="http://schemas.openxmlformats.org/officeDocument/2006/relationships/slideLayout" Target="../slideLayouts/slideLayout_8000003C_D93BA9EA.xml"/><Relationship Id="rId56" Type="http://schemas.openxmlformats.org/officeDocument/2006/relationships/slideLayout" Target="../slideLayouts/slideLayout_80000044_45FFE676.xml"/><Relationship Id="rId8" Type="http://schemas.openxmlformats.org/officeDocument/2006/relationships/slideLayout" Target="../slideLayouts/slideLayout_80000008_7578BF56.xml"/><Relationship Id="rId51" Type="http://schemas.openxmlformats.org/officeDocument/2006/relationships/slideLayout" Target="../slideLayouts/slideLayout_8000003F_71C2B20.xml"/><Relationship Id="rId3" Type="http://schemas.openxmlformats.org/officeDocument/2006/relationships/slideLayout" Target="../slideLayouts/slideLayout_80000003_D4F5E24E.xml"/><Relationship Id="rId12" Type="http://schemas.openxmlformats.org/officeDocument/2006/relationships/slideLayout" Target="../slideLayouts/slideLayout_80000018_474A342A.xml"/><Relationship Id="rId17" Type="http://schemas.openxmlformats.org/officeDocument/2006/relationships/slideLayout" Target="../slideLayouts/slideLayout_8000001D_EB2B1E0.xml"/><Relationship Id="rId25" Type="http://schemas.openxmlformats.org/officeDocument/2006/relationships/slideLayout" Target="../slideLayouts/slideLayout_80000025_AC2A560B.xml"/><Relationship Id="rId33" Type="http://schemas.openxmlformats.org/officeDocument/2006/relationships/slideLayout" Target="../slideLayouts/slideLayout_8000002D_D130913A.xml"/><Relationship Id="rId38" Type="http://schemas.openxmlformats.org/officeDocument/2006/relationships/slideLayout" Target="../slideLayouts/slideLayout_80000032_44ED5AD8.xml"/><Relationship Id="rId46" Type="http://schemas.openxmlformats.org/officeDocument/2006/relationships/slideLayout" Target="../slideLayouts/slideLayout_8000003A_F6E0A0BD.xml"/><Relationship Id="rId20" Type="http://schemas.openxmlformats.org/officeDocument/2006/relationships/slideLayout" Target="../slideLayouts/slideLayout_80000020_7183A5CC.xml"/><Relationship Id="rId41" Type="http://schemas.openxmlformats.org/officeDocument/2006/relationships/slideLayout" Target="../slideLayouts/slideLayout_80000035_1B8CFE1F.xml"/><Relationship Id="rId54" Type="http://schemas.openxmlformats.org/officeDocument/2006/relationships/slideLayout" Target="../slideLayouts/slideLayout_80000042_5741F7AD.xml"/><Relationship Id="rId1" Type="http://schemas.openxmlformats.org/officeDocument/2006/relationships/slideLayout" Target="../slideLayouts/slideLayout_80000001_93E835F0.xml"/><Relationship Id="rId6" Type="http://schemas.openxmlformats.org/officeDocument/2006/relationships/slideLayout" Target="../slideLayouts/slideLayout_80000006_B99BFC91.xml"/><Relationship Id="rId15" Type="http://schemas.openxmlformats.org/officeDocument/2006/relationships/slideLayout" Target="../slideLayouts/slideLayout_8000001B_D32A4AE3.xml"/><Relationship Id="rId23" Type="http://schemas.openxmlformats.org/officeDocument/2006/relationships/slideLayout" Target="../slideLayouts/slideLayout_80000023_CC3170AA.xml"/><Relationship Id="rId28" Type="http://schemas.openxmlformats.org/officeDocument/2006/relationships/slideLayout" Target="../slideLayouts/slideLayout_80000028_CCBCB55D.xml"/><Relationship Id="rId36" Type="http://schemas.openxmlformats.org/officeDocument/2006/relationships/slideLayout" Target="../slideLayouts/slideLayout_80000030_1CBAFECE.xml"/><Relationship Id="rId49" Type="http://schemas.openxmlformats.org/officeDocument/2006/relationships/slideLayout" Target="../slideLayouts/slideLayout_8000003D_F444FD42.xml"/><Relationship Id="rId57" Type="http://schemas.openxmlformats.org/officeDocument/2006/relationships/slideLayout" Target="../slideLayouts/slideLayout_80000045_A564ADCA.xml"/><Relationship Id="rId10" Type="http://schemas.openxmlformats.org/officeDocument/2006/relationships/slideLayout" Target="../slideLayouts/slideLayout_8000000A_66CAA351.xml"/><Relationship Id="rId31" Type="http://schemas.openxmlformats.org/officeDocument/2006/relationships/slideLayout" Target="../slideLayouts/slideLayout_8000002B_F38BEC87.xml"/><Relationship Id="rId44" Type="http://schemas.openxmlformats.org/officeDocument/2006/relationships/slideLayout" Target="../slideLayouts/slideLayout_80000038_5C2CE984.xml"/><Relationship Id="rId52" Type="http://schemas.openxmlformats.org/officeDocument/2006/relationships/slideLayout" Target="../slideLayouts/slideLayout_80000040_F89AEC14.xml"/></Relationships>
</file>

<file path=ppt/slideMasters/slideMaster_80000000_A6DD140A.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0" anchor="ctr"/>
          <a:lstStyle>
            <a:lvl1pPr algn="l">
              <a:defRPr sz="900">
                <a:solidFill>
                  <a:schemeClr val="tx1">
                    <a:lumMod val="95000"/>
                    <a:lumOff val="5000"/>
                  </a:schemeClr>
                </a:solidFill>
              </a:defRPr>
            </a:lvl1pPr>
          </a:lstStyle>
          <a:p>
            <a:r>
              <a:rPr lang="en-US"/>
              <a:t>Sample Footer Text</a:t>
            </a:r>
          </a:p>
        </p:txBody>
      </p:sp>
      <p:sp>
        <p:nvSpPr>
          <p:cNvPr id="4" name="Date Placeholder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0" anchor="ctr"/>
          <a:lstStyle>
            <a:lvl1pPr algn="r">
              <a:defRPr sz="900">
                <a:solidFill>
                  <a:schemeClr val="tx1">
                    <a:lumMod val="95000"/>
                    <a:lumOff val="5000"/>
                  </a:schemeClr>
                </a:solidFill>
              </a:defRPr>
            </a:lvl1pPr>
          </a:lstStyle>
          <a:p>
            <a:fld id="{40DAA6B7-91A8-481F-87E9-5D18FE514C0E}" type="datetime1">
              <a:rPr lang="en-US" smtClean="0"/>
              <a:t/>
            </a:fld>
            <a:endParaRPr lang="en-US"/>
          </a:p>
        </p:txBody>
      </p:sp>
      <p:sp>
        <p:nvSpPr>
          <p:cNvPr id="6" name="Slide Number Placeholder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0" anchor="ctr"/>
          <a:lstStyle>
            <a:lvl1pPr algn="ctr">
              <a:defRPr sz="900">
                <a:solidFill>
                  <a:schemeClr val="tx1">
                    <a:lumMod val="95000"/>
                    <a:lumOff val="5000"/>
                  </a:schemeClr>
                </a:solidFill>
              </a:defRPr>
            </a:lvl1pPr>
          </a:lstStyle>
          <a:p>
            <a:fld id="{DDF60B60-82CA-4BB9-BA6E-A62FADF2374B}" type="slidenum">
              <a:rPr lang="en-US" smtClean="0"/>
              <a:t/>
            </a:fld>
            <a:endParaRPr lang="en-US"/>
          </a:p>
        </p:txBody>
      </p:sp>
    </p:spTree>
    <p:extLst>
      <p:ext uri="{BB962C8B-B14F-4D97-AF65-F5344CB8AC3E}">
        <p14:creationId xmlns:p14="http://schemas.microsoft.com/office/powerpoint/2010/main" val="2799506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sldNum="0" hdr="0" ftr="0" dt="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s/_rels/slide_A0A_80F85B9F.xml.rels><?xml version="1.0" encoding="UTF-8" standalone="yes"?>
<Relationships xmlns="http://schemas.openxmlformats.org/package/2006/relationships"><Relationship Id="rId3" Type="http://schemas.openxmlformats.org/officeDocument/2006/relationships/image" Target="../media/image_91766F7.jpeg"/><Relationship Id="rId2" Type="http://schemas.openxmlformats.org/officeDocument/2006/relationships/notesSlide" Target="../notesSlides/notesSlide_A0A_80F85B9F.xml"/><Relationship Id="rId1" Type="http://schemas.openxmlformats.org/officeDocument/2006/relationships/slideLayout" Target="../slideLayouts/slideLayout_8000003E_839E111D.xml"/></Relationships>
</file>

<file path=ppt/slides/_rels/slide_A0B_4F4DC9A8.xml.rels><?xml version="1.0" encoding="UTF-8" standalone="yes"?>
<Relationships xmlns="http://schemas.openxmlformats.org/package/2006/relationships"><Relationship Id="rId2" Type="http://schemas.openxmlformats.org/officeDocument/2006/relationships/notesSlide" Target="../notesSlides/notesSlide_A0B_4F4DC9A8.xml"/><Relationship Id="rId1" Type="http://schemas.openxmlformats.org/officeDocument/2006/relationships/slideLayout" Target="../slideLayouts/slideLayout_80000006_B99BFC91.xml"/></Relationships>
</file>

<file path=ppt/slides/_rels/slide_A0C_B83F9CEE.xml.rels><?xml version="1.0" encoding="UTF-8" standalone="yes"?>
<Relationships xmlns="http://schemas.openxmlformats.org/package/2006/relationships"><Relationship Id="rId3" Type="http://schemas.openxmlformats.org/officeDocument/2006/relationships/image" Target="../media/image_550A6C2C.jpeg"/><Relationship Id="rId2" Type="http://schemas.openxmlformats.org/officeDocument/2006/relationships/notesSlide" Target="../notesSlides/notesSlide_A0C_B83F9CEE.xml"/><Relationship Id="rId1" Type="http://schemas.openxmlformats.org/officeDocument/2006/relationships/slideLayout" Target="../slideLayouts/slideLayout_8000002F_D1098269.xml"/></Relationships>
</file>

<file path=ppt/slides/_rels/slide_A0D_9942D8DB.xml.rels><?xml version="1.0" encoding="UTF-8" standalone="yes"?>
<Relationships xmlns="http://schemas.openxmlformats.org/package/2006/relationships"><Relationship Id="rId3" Type="http://schemas.openxmlformats.org/officeDocument/2006/relationships/image" Target="../media/image_4315AEAB.jpeg"/><Relationship Id="rId2" Type="http://schemas.openxmlformats.org/officeDocument/2006/relationships/notesSlide" Target="../notesSlides/notesSlide_A0D_9942D8DB.xml"/><Relationship Id="rId1" Type="http://schemas.openxmlformats.org/officeDocument/2006/relationships/slideLayout" Target="../slideLayouts/slideLayout_8000002F_D1098269.xml"/></Relationships>
</file>

<file path=ppt/slides/_rels/slide_A0E_66C3A4E.xml.rels><?xml version="1.0" encoding="UTF-8" standalone="yes"?>
<Relationships xmlns="http://schemas.openxmlformats.org/package/2006/relationships"><Relationship Id="rId2" Type="http://schemas.openxmlformats.org/officeDocument/2006/relationships/notesSlide" Target="../notesSlides/notesSlide_A0E_66C3A4E.xml"/><Relationship Id="rId1" Type="http://schemas.openxmlformats.org/officeDocument/2006/relationships/slideLayout" Target="../slideLayouts/slideLayout_80000002_6379CFFE.xml"/></Relationships>
</file>

<file path=ppt/slides/_rels/slide_A0F_5C21F385.xml.rels><?xml version="1.0" encoding="UTF-8" standalone="yes"?>
<Relationships xmlns="http://schemas.openxmlformats.org/package/2006/relationships"><Relationship Id="rId2" Type="http://schemas.openxmlformats.org/officeDocument/2006/relationships/notesSlide" Target="../notesSlides/notesSlide_A0F_5C21F385.xml"/><Relationship Id="rId1" Type="http://schemas.openxmlformats.org/officeDocument/2006/relationships/slideLayout" Target="../slideLayouts/slideLayout_80000006_B99BFC91.xml"/></Relationships>
</file>

<file path=ppt/slides/_rels/slide_A01_6197F230.xml.rels><?xml version="1.0" encoding="UTF-8" standalone="yes"?>
<Relationships xmlns="http://schemas.openxmlformats.org/package/2006/relationships"><Relationship Id="rId2" Type="http://schemas.openxmlformats.org/officeDocument/2006/relationships/notesSlide" Target="../notesSlides/notesSlide_A01_6197F230.xml"/><Relationship Id="rId1" Type="http://schemas.openxmlformats.org/officeDocument/2006/relationships/slideLayout" Target="../slideLayouts/slideLayout_80000006_B99BFC91.xml"/></Relationships>
</file>

<file path=ppt/slides/_rels/slide_A02_255C5A4D.xml.rels><?xml version="1.0" encoding="UTF-8" standalone="yes"?>
<Relationships xmlns="http://schemas.openxmlformats.org/package/2006/relationships"><Relationship Id="rId2" Type="http://schemas.openxmlformats.org/officeDocument/2006/relationships/notesSlide" Target="../notesSlides/notesSlide_A02_255C5A4D.xml"/><Relationship Id="rId1" Type="http://schemas.openxmlformats.org/officeDocument/2006/relationships/slideLayout" Target="../slideLayouts/slideLayout_80000006_B99BFC91.xml"/></Relationships>
</file>

<file path=ppt/slides/_rels/slide_A03_F7B03165.xml.rels><?xml version="1.0" encoding="UTF-8" standalone="yes"?>
<Relationships xmlns="http://schemas.openxmlformats.org/package/2006/relationships"><Relationship Id="rId3" Type="http://schemas.openxmlformats.org/officeDocument/2006/relationships/image" Target="../media/image_18DA2B20.jpeg"/><Relationship Id="rId2" Type="http://schemas.openxmlformats.org/officeDocument/2006/relationships/notesSlide" Target="../notesSlides/notesSlide_A03_F7B03165.xml"/><Relationship Id="rId1" Type="http://schemas.openxmlformats.org/officeDocument/2006/relationships/slideLayout" Target="../slideLayouts/slideLayout_80000026_4A13A64E.xml"/></Relationships>
</file>

<file path=ppt/slides/_rels/slide_A04_E443B06C.xml.rels><?xml version="1.0" encoding="UTF-8" standalone="yes"?>
<Relationships xmlns="http://schemas.openxmlformats.org/package/2006/relationships"><Relationship Id="rId2" Type="http://schemas.openxmlformats.org/officeDocument/2006/relationships/notesSlide" Target="../notesSlides/notesSlide_A04_E443B06C.xml"/><Relationship Id="rId1" Type="http://schemas.openxmlformats.org/officeDocument/2006/relationships/slideLayout" Target="../slideLayouts/slideLayout_80000006_B99BFC91.xml"/></Relationships>
</file>

<file path=ppt/slides/_rels/slide_A05_A28A4562.xml.rels><?xml version="1.0" encoding="UTF-8" standalone="yes"?>
<Relationships xmlns="http://schemas.openxmlformats.org/package/2006/relationships"><Relationship Id="rId3" Type="http://schemas.openxmlformats.org/officeDocument/2006/relationships/image" Target="../media/image_53B80EF5.jpeg"/><Relationship Id="rId2" Type="http://schemas.openxmlformats.org/officeDocument/2006/relationships/notesSlide" Target="../notesSlides/notesSlide_A05_A28A4562.xml"/><Relationship Id="rId1" Type="http://schemas.openxmlformats.org/officeDocument/2006/relationships/slideLayout" Target="../slideLayouts/slideLayout_8000002F_D1098269.xml"/></Relationships>
</file>

<file path=ppt/slides/_rels/slide_A06_9FEB31B1.xml.rels><?xml version="1.0" encoding="UTF-8" standalone="yes"?>
<Relationships xmlns="http://schemas.openxmlformats.org/package/2006/relationships"><Relationship Id="rId3" Type="http://schemas.openxmlformats.org/officeDocument/2006/relationships/image" Target="../media/image_BA51FCB0.jpeg"/><Relationship Id="rId2" Type="http://schemas.openxmlformats.org/officeDocument/2006/relationships/notesSlide" Target="../notesSlides/notesSlide_A06_9FEB31B1.xml"/><Relationship Id="rId1" Type="http://schemas.openxmlformats.org/officeDocument/2006/relationships/slideLayout" Target="../slideLayouts/slideLayout_8000003E_839E111D.xml"/></Relationships>
</file>

<file path=ppt/slides/_rels/slide_A07_D69977D7.xml.rels><?xml version="1.0" encoding="UTF-8" standalone="yes"?>
<Relationships xmlns="http://schemas.openxmlformats.org/package/2006/relationships"><Relationship Id="rId3" Type="http://schemas.openxmlformats.org/officeDocument/2006/relationships/image" Target="../media/image_3C531ED8.jpeg"/><Relationship Id="rId2" Type="http://schemas.openxmlformats.org/officeDocument/2006/relationships/notesSlide" Target="../notesSlides/notesSlide_A07_D69977D7.xml"/><Relationship Id="rId1" Type="http://schemas.openxmlformats.org/officeDocument/2006/relationships/slideLayout" Target="../slideLayouts/slideLayout_80000023_CC3170AA.xml"/></Relationships>
</file>

<file path=ppt/slides/_rels/slide_A08_54130C3A.xml.rels><?xml version="1.0" encoding="UTF-8" standalone="yes"?>
<Relationships xmlns="http://schemas.openxmlformats.org/package/2006/relationships"><Relationship Id="rId2" Type="http://schemas.openxmlformats.org/officeDocument/2006/relationships/notesSlide" Target="../notesSlides/notesSlide_A08_54130C3A.xml"/><Relationship Id="rId1" Type="http://schemas.openxmlformats.org/officeDocument/2006/relationships/slideLayout" Target="../slideLayouts/slideLayout_80000009_6C323EB0.xml"/></Relationships>
</file>

<file path=ppt/slides/_rels/slide_A09_1B280733.xml.rels><?xml version="1.0" encoding="UTF-8" standalone="yes"?>
<Relationships xmlns="http://schemas.openxmlformats.org/package/2006/relationships"><Relationship Id="rId3" Type="http://schemas.openxmlformats.org/officeDocument/2006/relationships/image" Target="../media/image_AF661D43.jpeg"/><Relationship Id="rId2" Type="http://schemas.openxmlformats.org/officeDocument/2006/relationships/notesSlide" Target="../notesSlides/notesSlide_A09_1B280733.xml"/><Relationship Id="rId1" Type="http://schemas.openxmlformats.org/officeDocument/2006/relationships/slideLayout" Target="../slideLayouts/slideLayout_80000023_CC3170AA.xml"/></Relationships>
</file>

<file path=ppt/slides/_rels/slide_A10_159D949F.xml.rels><?xml version="1.0" encoding="UTF-8" standalone="yes"?>
<Relationships xmlns="http://schemas.openxmlformats.org/package/2006/relationships"><Relationship Id="rId3" Type="http://schemas.openxmlformats.org/officeDocument/2006/relationships/image" Target="../media/image_9555C81B.jpeg"/><Relationship Id="rId2" Type="http://schemas.openxmlformats.org/officeDocument/2006/relationships/notesSlide" Target="../notesSlides/notesSlide_A10_159D949F.xml"/><Relationship Id="rId1" Type="http://schemas.openxmlformats.org/officeDocument/2006/relationships/slideLayout" Target="../slideLayouts/slideLayout_8000003E_839E111D.xml"/></Relationships>
</file>

<file path=ppt/slides/_rels/slide_A11_CC5A6F0A.xml.rels><?xml version="1.0" encoding="UTF-8" standalone="yes"?>
<Relationships xmlns="http://schemas.openxmlformats.org/package/2006/relationships"><Relationship Id="rId3" Type="http://schemas.openxmlformats.org/officeDocument/2006/relationships/image" Target="../media/image_75759C21.jpeg"/><Relationship Id="rId2" Type="http://schemas.openxmlformats.org/officeDocument/2006/relationships/notesSlide" Target="../notesSlides/notesSlide_A11_CC5A6F0A.xml"/><Relationship Id="rId1" Type="http://schemas.openxmlformats.org/officeDocument/2006/relationships/slideLayout" Target="../slideLayouts/slideLayout_8000002F_D1098269.xml"/></Relationships>
</file>

<file path=ppt/slides/_rels/slide_A12_4ABA9726.xml.rels><?xml version="1.0" encoding="UTF-8" standalone="yes"?>
<Relationships xmlns="http://schemas.openxmlformats.org/package/2006/relationships"><Relationship Id="rId3" Type="http://schemas.openxmlformats.org/officeDocument/2006/relationships/image" Target="../media/image_C83F324.jpeg"/><Relationship Id="rId2" Type="http://schemas.openxmlformats.org/officeDocument/2006/relationships/notesSlide" Target="../notesSlides/notesSlide_A12_4ABA9726.xml"/><Relationship Id="rId1" Type="http://schemas.openxmlformats.org/officeDocument/2006/relationships/slideLayout" Target="../slideLayouts/slideLayout_8000002F_D1098269.xml"/></Relationships>
</file>

<file path=ppt/slides/_rels/slide_A13_FE7956F0.xml.rels><?xml version="1.0" encoding="UTF-8" standalone="yes"?>
<Relationships xmlns="http://schemas.openxmlformats.org/package/2006/relationships"><Relationship Id="rId3" Type="http://schemas.openxmlformats.org/officeDocument/2006/relationships/image" Target="../media/image_7181DA9B.jpeg"/><Relationship Id="rId2" Type="http://schemas.openxmlformats.org/officeDocument/2006/relationships/notesSlide" Target="../notesSlides/notesSlide_A13_FE7956F0.xml"/><Relationship Id="rId1" Type="http://schemas.openxmlformats.org/officeDocument/2006/relationships/slideLayout" Target="../slideLayouts/slideLayout_8000002F_D1098269.xml"/></Relationships>
</file>

<file path=ppt/slides/slide_A0A_80F85B9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84F7D-2AB4-BA84-2E85-78F83DAE24AA}"/>
              </a:ext>
            </a:extLst>
          </p:cNvPr>
          <p:cNvSpPr>
            <a:spLocks noGrp="1"/>
          </p:cNvSpPr>
          <p:nvPr>
            <p:ph type="title"/>
          </p:nvPr>
        </p:nvSpPr>
        <p:spPr/>
        <p:txBody>
          <a:bodyPr/>
          <a:lstStyle/>
          <a:p>
            <a:r>
              <a:rPr lang="en-US"/>
              <a:t>Why Device Management over CoAP Is Needed</a:t>
            </a:r>
          </a:p>
        </p:txBody>
      </p:sp>
      <p:pic>
        <p:nvPicPr>
          <p:cNvPr id="5" name="Content Placeholder 4" descr="Smart home automation mobile phone application internet technology">
            <a:extLst>
              <a:ext uri="{FF2B5EF4-FFF2-40B4-BE49-F238E27FC236}">
                <a16:creationId xmlns:a16="http://schemas.microsoft.com/office/drawing/2014/main" id="{914CC3B6-04BF-4C72-91C7-92CCA005C42D}"/>
              </a:ext>
            </a:extLst>
          </p:cNvPr>
          <p:cNvPicPr>
            <a:picLocks noGrp="1" noChangeAspect="1"/>
          </p:cNvPicPr>
          <p:nvPr>
            <p:ph sz="quarter" idx="15"/>
          </p:nvPr>
        </p:nvPicPr>
        <p:blipFill>
          <a:blip r:embed="rId3"/>
          <a:stretch>
            <a:fillRect/>
          </a:stretch>
        </p:blipFill>
        <p:spPr>
          <a:xfrm>
            <a:off x="455613" y="1984375"/>
            <a:ext cx="5181600" cy="3886200"/>
          </a:xfrm>
          <a:prstGeom prst="rect">
            <a:avLst/>
          </a:prstGeom>
        </p:spPr>
      </p:pic>
      <p:sp>
        <p:nvSpPr>
          <p:cNvPr id="4" name="Content Placeholder 3">
            <a:extLst>
              <a:ext uri="{FF2B5EF4-FFF2-40B4-BE49-F238E27FC236}">
                <a16:creationId xmlns:a16="http://schemas.microsoft.com/office/drawing/2014/main" id="{886B2768-10CE-1490-BFCA-5C4194A13247}"/>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85000" lnSpcReduction="10000"/>
          </a:bodyPr>
          <a:lstStyle/>
          <a:p>
            <a:pPr>
              <a:buFont typeface="Arial" panose="020B0604020202020204" pitchFamily="34" charset="0"/>
              <a:buChar char="•"/>
            </a:pPr>
            <a:r>
              <a:rPr lang="en-US"/>
              <a:t>Constraints of Traditional Protocols</a:t>
            </a:r>
          </a:p>
          <a:p>
            <a:pPr marL="742950" lvl="1" indent="-285750">
              <a:buFont typeface="Arial" panose="020B0604020202020204" pitchFamily="34" charset="0"/>
              <a:buChar char="•"/>
            </a:pPr>
            <a:r>
              <a:rPr lang="en-US"/>
              <a:t>Traditional management protocols require capable devices and reliable networks, unsuitable for constrained IoT environments.</a:t>
            </a:r>
          </a:p>
          <a:p>
            <a:pPr>
              <a:buFont typeface="Arial" panose="020B0604020202020204" pitchFamily="34" charset="0"/>
              <a:buChar char="•"/>
            </a:pPr>
            <a:r>
              <a:rPr lang="en-US"/>
              <a:t>Need for Standardized IoT Management</a:t>
            </a:r>
          </a:p>
          <a:p>
            <a:pPr marL="742950" lvl="1" indent="-285750">
              <a:buFont typeface="Arial" panose="020B0604020202020204" pitchFamily="34" charset="0"/>
              <a:buChar char="•"/>
            </a:pPr>
            <a:r>
              <a:rPr lang="en-US"/>
              <a:t>IoT operators require standardized, scalable methods for configuration, firmware management, and security compliance.</a:t>
            </a:r>
          </a:p>
          <a:p>
            <a:pPr>
              <a:buFont typeface="Arial" panose="020B0604020202020204" pitchFamily="34" charset="0"/>
              <a:buChar char="•"/>
            </a:pPr>
            <a:r>
              <a:rPr lang="en-US"/>
              <a:t>Advantages of CoAP Management</a:t>
            </a:r>
          </a:p>
          <a:p>
            <a:pPr marL="742950" lvl="1" indent="-285750">
              <a:buFont typeface="Arial" panose="020B0604020202020204" pitchFamily="34" charset="0"/>
              <a:buChar char="•"/>
            </a:pPr>
            <a:r>
              <a:rPr lang="en-US"/>
              <a:t>CoAP reduces protocol overhead using UDP and compact encoding, optimizing resource use on constrained devices.</a:t>
            </a:r>
          </a:p>
          <a:p>
            <a:pPr>
              <a:buFont typeface="Arial" panose="020B0604020202020204" pitchFamily="34" charset="0"/>
              <a:buChar char="•"/>
            </a:pPr>
            <a:r>
              <a:rPr lang="en-US"/>
              <a:t>CORECONF and YANG Integration</a:t>
            </a:r>
          </a:p>
          <a:p>
            <a:pPr marL="742950" lvl="1" indent="-285750">
              <a:buFont typeface="Arial" panose="020B0604020202020204" pitchFamily="34" charset="0"/>
              <a:buChar char="•"/>
            </a:pPr>
            <a:r>
              <a:rPr lang="en-US"/>
              <a:t>CORECONF applies YANG models for consistent, model-driven device management in constrained environments.</a:t>
            </a:r>
          </a:p>
        </p:txBody>
      </p:sp>
    </p:spTree>
    <p:extLst>
      <p:ext uri="{BB962C8B-B14F-4D97-AF65-F5344CB8AC3E}">
        <p14:creationId xmlns:p14="http://schemas.microsoft.com/office/powerpoint/2010/main" val="2163760031"/>
      </p:ext>
    </p:extLst>
  </p:cSld>
  <p:clrMapOvr>
    <a:masterClrMapping/>
  </p:clrMapOvr>
</p:sld>
</file>

<file path=ppt/slides/slide_A0B_4F4DC9A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845E4-C617-E888-4809-786A3D7B4323}"/>
              </a:ext>
            </a:extLst>
          </p:cNvPr>
          <p:cNvSpPr>
            <a:spLocks noGrp="1"/>
          </p:cNvSpPr>
          <p:nvPr>
            <p:ph type="ctrTitle"/>
          </p:nvPr>
        </p:nvSpPr>
        <p:spPr/>
        <p:txBody>
          <a:bodyPr/>
          <a:lstStyle/>
          <a:p>
            <a:r>
              <a:rPr lang="en-US"/>
              <a:t>CORECONF and YANG-Based Management</a:t>
            </a:r>
          </a:p>
        </p:txBody>
      </p:sp>
    </p:spTree>
    <p:extLst>
      <p:ext uri="{BB962C8B-B14F-4D97-AF65-F5344CB8AC3E}">
        <p14:creationId xmlns:p14="http://schemas.microsoft.com/office/powerpoint/2010/main" val="1330497960"/>
      </p:ext>
    </p:extLst>
  </p:cSld>
  <p:clrMapOvr>
    <a:masterClrMapping/>
  </p:clrMapOvr>
</p:sld>
</file>

<file path=ppt/slides/slide_A0C_B83F9CE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2BC7-7F7D-D1F9-3187-ABC6DB09D8DB}"/>
              </a:ext>
            </a:extLst>
          </p:cNvPr>
          <p:cNvSpPr>
            <a:spLocks noGrp="1"/>
          </p:cNvSpPr>
          <p:nvPr>
            <p:ph type="title"/>
          </p:nvPr>
        </p:nvSpPr>
        <p:spPr>
          <a:xfrm>
            <a:off x="457199" y="377072"/>
            <a:ext cx="4958078" cy="1225485"/>
          </a:xfrm>
        </p:spPr>
        <p:txBody>
          <a:bodyPr anchor="t">
            <a:normAutofit/>
          </a:bodyPr>
          <a:lstStyle/>
          <a:p>
            <a:r>
              <a:rPr lang="en-US"/>
              <a:t>CORECONF Concept and Design Principles</a:t>
            </a:r>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BC0ABB2E-3DF1-49B5-90B2-698F6CAC8BA1}"/>
              </a:ext>
            </a:extLst>
          </p:cNvPr>
          <p:cNvPicPr>
            <a:picLocks noGrp="1" noChangeAspect="1"/>
          </p:cNvPicPr>
          <p:nvPr>
            <p:ph type="pic" sz="quarter" idx="13"/>
          </p:nvPr>
        </p:nvPicPr>
        <p:blipFill>
          <a:blip r:embed="rId3"/>
          <a:stretch/>
        </p:blipFill>
        <p:spPr>
          <a:xfrm>
            <a:off x="0" y="2244005"/>
            <a:ext cx="5758172" cy="3742811"/>
          </a:xfrm>
        </p:spPr>
      </p:pic>
      <p:sp>
        <p:nvSpPr>
          <p:cNvPr id="4" name="Content Placeholder 3">
            <a:extLst>
              <a:ext uri="{FF2B5EF4-FFF2-40B4-BE49-F238E27FC236}">
                <a16:creationId xmlns:a16="http://schemas.microsoft.com/office/drawing/2014/main" id="{D4F3EBCC-E28B-5D6A-1C06-22753483BDC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Adaptation of RESTCONF</a:t>
            </a:r>
          </a:p>
          <a:p>
            <a:pPr marL="0" lvl="1" indent="0">
              <a:buFont typeface="Arial" panose="020B0604020202020204" pitchFamily="34" charset="0"/>
              <a:buNone/>
            </a:pPr>
            <a:r>
              <a:rPr lang="en-US" sz="1400"/>
              <a:t>CORECONF adapts RESTCONF principles for constrained devices using YANG models and CoAP transport.</a:t>
            </a:r>
          </a:p>
          <a:p>
            <a:pPr marL="0" indent="0">
              <a:spcBef>
                <a:spcPts val="2500"/>
              </a:spcBef>
              <a:buFont typeface="Arial" panose="020B0604020202020204" pitchFamily="34" charset="0"/>
              <a:buNone/>
            </a:pPr>
            <a:r>
              <a:rPr lang="en-US" sz="1400" b="1"/>
              <a:t>Efficient Data Encoding</a:t>
            </a:r>
          </a:p>
          <a:p>
            <a:pPr marL="0" lvl="1" indent="0">
              <a:buFont typeface="Arial" panose="020B0604020202020204" pitchFamily="34" charset="0"/>
              <a:buNone/>
            </a:pPr>
            <a:r>
              <a:rPr lang="en-US" sz="1400"/>
              <a:t>CBOR encoding of YANG data reduces message size and parsing complexity critical for constrained environments.</a:t>
            </a:r>
          </a:p>
          <a:p>
            <a:pPr marL="0" indent="0">
              <a:spcBef>
                <a:spcPts val="2500"/>
              </a:spcBef>
              <a:buFont typeface="Arial" panose="020B0604020202020204" pitchFamily="34" charset="0"/>
              <a:buNone/>
            </a:pPr>
            <a:r>
              <a:rPr lang="en-US" sz="1400" b="1"/>
              <a:t>Secure Network Operation</a:t>
            </a:r>
          </a:p>
          <a:p>
            <a:pPr marL="0" lvl="1" indent="0">
              <a:buFont typeface="Arial" panose="020B0604020202020204" pitchFamily="34" charset="0"/>
              <a:buNone/>
            </a:pPr>
            <a:r>
              <a:rPr lang="en-US" sz="1400"/>
              <a:t>CORECONF supports secure operation in constrained networks using DTLS or OSCORE protocols for protection.</a:t>
            </a:r>
          </a:p>
          <a:p>
            <a:pPr marL="0" indent="0">
              <a:spcBef>
                <a:spcPts val="2500"/>
              </a:spcBef>
              <a:buFont typeface="Arial" panose="020B0604020202020204" pitchFamily="34" charset="0"/>
              <a:buNone/>
            </a:pPr>
            <a:r>
              <a:rPr lang="en-US" sz="1400" b="1"/>
              <a:t>Design Emphasizing Reuse</a:t>
            </a:r>
          </a:p>
          <a:p>
            <a:pPr marL="0" lvl="1" indent="0">
              <a:buFont typeface="Arial" panose="020B0604020202020204" pitchFamily="34" charset="0"/>
              <a:buNone/>
            </a:pPr>
            <a:r>
              <a:rPr lang="en-US" sz="1400"/>
              <a:t>The design mirrors RESTCONF’s datastore, URL, and CRUD concepts mapped efficiently onto CoAP methods.</a:t>
            </a:r>
          </a:p>
        </p:txBody>
      </p:sp>
    </p:spTree>
    <p:extLst>
      <p:ext uri="{BB962C8B-B14F-4D97-AF65-F5344CB8AC3E}">
        <p14:creationId xmlns:p14="http://schemas.microsoft.com/office/powerpoint/2010/main" val="30911766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D_9942D8D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665CE-8B5B-A683-DE9A-660FFC5D21F9}"/>
              </a:ext>
            </a:extLst>
          </p:cNvPr>
          <p:cNvSpPr>
            <a:spLocks noGrp="1"/>
          </p:cNvSpPr>
          <p:nvPr>
            <p:ph type="title"/>
          </p:nvPr>
        </p:nvSpPr>
        <p:spPr>
          <a:xfrm>
            <a:off x="457199" y="377072"/>
            <a:ext cx="4958078" cy="1225485"/>
          </a:xfrm>
        </p:spPr>
        <p:txBody>
          <a:bodyPr anchor="t">
            <a:normAutofit/>
          </a:bodyPr>
          <a:lstStyle/>
          <a:p>
            <a:r>
              <a:rPr lang="en-US"/>
              <a:t>How CORECONF Operations Work</a:t>
            </a:r>
          </a:p>
        </p:txBody>
      </p:sp>
      <p:pic>
        <p:nvPicPr>
          <p:cNvPr id="5" name="Content Placeholder 4" descr="Abstract Technology Background">
            <a:extLst>
              <a:ext uri="{FF2B5EF4-FFF2-40B4-BE49-F238E27FC236}">
                <a16:creationId xmlns:a16="http://schemas.microsoft.com/office/drawing/2014/main" id="{5024813C-0C1A-43D9-B1D2-AC46BE801F0A}"/>
              </a:ext>
            </a:extLst>
          </p:cNvPr>
          <p:cNvPicPr>
            <a:picLocks noGrp="1" noChangeAspect="1"/>
          </p:cNvPicPr>
          <p:nvPr>
            <p:ph type="pic" sz="quarter" idx="13"/>
          </p:nvPr>
        </p:nvPicPr>
        <p:blipFill>
          <a:blip r:embed="rId3"/>
          <a:srcRect l="12677" r="15764"/>
          <a:stretch>
            <a:fillRect/>
          </a:stretch>
        </p:blipFill>
        <p:spPr>
          <a:xfrm>
            <a:off x="20" y="1842182"/>
            <a:ext cx="5758152" cy="4546457"/>
          </a:xfrm>
        </p:spPr>
      </p:pic>
      <p:sp>
        <p:nvSpPr>
          <p:cNvPr id="4" name="Content Placeholder 3">
            <a:extLst>
              <a:ext uri="{FF2B5EF4-FFF2-40B4-BE49-F238E27FC236}">
                <a16:creationId xmlns:a16="http://schemas.microsoft.com/office/drawing/2014/main" id="{3E94F9B4-6980-DB0C-2E38-40F6EBF563E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Mapping YANG to CoAP</a:t>
            </a:r>
          </a:p>
          <a:p>
            <a:pPr marL="0" lvl="1" indent="0">
              <a:buFont typeface="Arial" panose="020B0604020202020204" pitchFamily="34" charset="0"/>
              <a:buNone/>
            </a:pPr>
            <a:r>
              <a:rPr lang="en-US" sz="1400"/>
              <a:t>CORECONF maps YANG data nodes to CoAP resources, enabling standard CoAP methods for data access and modification.</a:t>
            </a:r>
          </a:p>
          <a:p>
            <a:pPr marL="0" indent="0">
              <a:spcBef>
                <a:spcPts val="2500"/>
              </a:spcBef>
              <a:buFont typeface="Arial" panose="020B0604020202020204" pitchFamily="34" charset="0"/>
              <a:buNone/>
            </a:pPr>
            <a:r>
              <a:rPr lang="en-US" sz="1400" b="1"/>
              <a:t>URI and Data Encoding</a:t>
            </a:r>
          </a:p>
          <a:p>
            <a:pPr marL="0" lvl="1" indent="0">
              <a:buFont typeface="Arial" panose="020B0604020202020204" pitchFamily="34" charset="0"/>
              <a:buNone/>
            </a:pPr>
            <a:r>
              <a:rPr lang="en-US" sz="1400"/>
              <a:t>Clients use URIs reflecting YANG paths with CBOR-encoded payloads for efficient data exchange in requests and responses.</a:t>
            </a:r>
          </a:p>
          <a:p>
            <a:pPr marL="0" indent="0">
              <a:spcBef>
                <a:spcPts val="2500"/>
              </a:spcBef>
              <a:buFont typeface="Arial" panose="020B0604020202020204" pitchFamily="34" charset="0"/>
              <a:buNone/>
            </a:pPr>
            <a:r>
              <a:rPr lang="en-US" sz="1400" b="1"/>
              <a:t>Management Operations</a:t>
            </a:r>
          </a:p>
          <a:p>
            <a:pPr marL="0" lvl="1" indent="0">
              <a:buFont typeface="Arial" panose="020B0604020202020204" pitchFamily="34" charset="0"/>
              <a:buNone/>
            </a:pPr>
            <a:r>
              <a:rPr lang="en-US" sz="1400"/>
              <a:t>CORECONF supports configuration reading, updating, and operational state retrieval compatible with RESTCONF semantics.</a:t>
            </a:r>
          </a:p>
          <a:p>
            <a:pPr marL="0" indent="0">
              <a:spcBef>
                <a:spcPts val="2500"/>
              </a:spcBef>
              <a:buFont typeface="Arial" panose="020B0604020202020204" pitchFamily="34" charset="0"/>
              <a:buNone/>
            </a:pPr>
            <a:r>
              <a:rPr lang="en-US" sz="1400" b="1"/>
              <a:t>Error Handling and Monitoring</a:t>
            </a:r>
          </a:p>
          <a:p>
            <a:pPr marL="0" lvl="1" indent="0">
              <a:buFont typeface="Arial" panose="020B0604020202020204" pitchFamily="34" charset="0"/>
              <a:buNone/>
            </a:pPr>
            <a:r>
              <a:rPr lang="en-US" sz="1400"/>
              <a:t>Error codes and CoAP reliability features enable status reporting and real-time monitoring without constant polling.</a:t>
            </a:r>
          </a:p>
        </p:txBody>
      </p:sp>
    </p:spTree>
    <p:extLst>
      <p:ext uri="{BB962C8B-B14F-4D97-AF65-F5344CB8AC3E}">
        <p14:creationId xmlns:p14="http://schemas.microsoft.com/office/powerpoint/2010/main" val="25712949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E_66C3A4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9537A-D870-9A14-4BC7-CFE3635E5EFA}"/>
              </a:ext>
            </a:extLst>
          </p:cNvPr>
          <p:cNvSpPr>
            <a:spLocks noGrp="1"/>
          </p:cNvSpPr>
          <p:nvPr>
            <p:ph type="title"/>
          </p:nvPr>
        </p:nvSpPr>
        <p:spPr>
          <a:xfrm>
            <a:off x="685800" y="360221"/>
            <a:ext cx="10515600" cy="1330468"/>
          </a:xfrm>
        </p:spPr>
        <p:txBody>
          <a:bodyPr anchor="b">
            <a:normAutofit/>
          </a:bodyPr>
          <a:lstStyle/>
          <a:p>
            <a:r>
              <a:rPr lang="en-US"/>
              <a:t>Comparison with NETCONF and RESTCONF</a:t>
            </a:r>
          </a:p>
        </p:txBody>
      </p:sp>
      <p:graphicFrame>
        <p:nvGraphicFramePr>
          <p:cNvPr id="5" name="Content Placeholder 4">
            <a:extLst>
              <a:ext uri="{FF2B5EF4-FFF2-40B4-BE49-F238E27FC236}">
                <a16:creationId xmlns:a16="http://schemas.microsoft.com/office/drawing/2014/main" id="{B76BC3E1-6A76-4D3B-BE77-27F42DF3E660}"/>
              </a:ext>
            </a:extLst>
          </p:cNvPr>
          <p:cNvGraphicFramePr>
            <a:graphicFrameLocks noGrp="1"/>
          </p:cNvGraphicFramePr>
          <p:nvPr>
            <p:ph idx="1"/>
          </p:nvPr>
        </p:nvGraphicFramePr>
        <p:xfrm>
          <a:off x="732750" y="2004291"/>
          <a:ext cx="10421699" cy="4172672"/>
        </p:xfrm>
        <a:graphic>
          <a:graphicData uri="http://schemas.openxmlformats.org/drawingml/2006/table">
            <a:tbl>
              <a:tblPr firstRow="1" bandRow="1">
                <a:noFill/>
                <a:tableStyleId>{5C22544A-7EE6-4342-B048-85BDC9FD1C3A}</a:tableStyleId>
              </a:tblPr>
              <a:tblGrid>
                <a:gridCol w="2461373">
                  <a:extLst>
                    <a:ext uri="{9D8B030D-6E8A-4147-A177-3AD203B41FA5}">
                      <a16:colId xmlns:a16="http://schemas.microsoft.com/office/drawing/2014/main" val="1561237034"/>
                    </a:ext>
                  </a:extLst>
                </a:gridCol>
                <a:gridCol w="2645124">
                  <a:extLst>
                    <a:ext uri="{9D8B030D-6E8A-4147-A177-3AD203B41FA5}">
                      <a16:colId xmlns:a16="http://schemas.microsoft.com/office/drawing/2014/main" val="544830804"/>
                    </a:ext>
                  </a:extLst>
                </a:gridCol>
                <a:gridCol w="2379705">
                  <a:extLst>
                    <a:ext uri="{9D8B030D-6E8A-4147-A177-3AD203B41FA5}">
                      <a16:colId xmlns:a16="http://schemas.microsoft.com/office/drawing/2014/main" val="3350309207"/>
                    </a:ext>
                  </a:extLst>
                </a:gridCol>
                <a:gridCol w="2935498">
                  <a:extLst>
                    <a:ext uri="{9D8B030D-6E8A-4147-A177-3AD203B41FA5}">
                      <a16:colId xmlns:a16="http://schemas.microsoft.com/office/drawing/2014/main" val="2265968999"/>
                    </a:ext>
                  </a:extLst>
                </a:gridCol>
              </a:tblGrid>
              <a:tr h="1141170">
                <a:tc>
                  <a:txBody>
                    <a:bodyPr/>
                    <a:lstStyle/>
                    <a:p>
                      <a:pPr>
                        <a:buNone/>
                      </a:pPr>
                      <a:r>
                        <a:rPr lang="en-US" sz="2300" b="1" cap="all" spc="150">
                          <a:solidFill>
                            <a:schemeClr val="tx1"/>
                          </a:solidFill>
                        </a:rPr>
                        <a:t>Protocol</a:t>
                      </a:r>
                    </a:p>
                  </a:txBody>
                  <a:tcPr marL="196002" marR="196002" marT="196002" marB="196002"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300" b="1" cap="all" spc="150">
                          <a:solidFill>
                            <a:schemeClr val="tx1"/>
                          </a:solidFill>
                        </a:rPr>
                        <a:t>Transport</a:t>
                      </a:r>
                    </a:p>
                  </a:txBody>
                  <a:tcPr marL="196002" marR="196002" marT="196002" marB="196002"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300" b="1" cap="all" spc="150">
                          <a:solidFill>
                            <a:schemeClr val="tx1"/>
                          </a:solidFill>
                        </a:rPr>
                        <a:t>Encoding</a:t>
                      </a:r>
                    </a:p>
                  </a:txBody>
                  <a:tcPr marL="196002" marR="196002" marT="196002" marB="196002"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300" b="1" cap="all" spc="150">
                          <a:solidFill>
                            <a:schemeClr val="tx1"/>
                          </a:solidFill>
                        </a:rPr>
                        <a:t>Target Devices</a:t>
                      </a:r>
                    </a:p>
                  </a:txBody>
                  <a:tcPr marL="196002" marR="196002" marT="196002" marB="196002"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2905212605"/>
                  </a:ext>
                </a:extLst>
              </a:tr>
              <a:tr h="1010501">
                <a:tc>
                  <a:txBody>
                    <a:bodyPr/>
                    <a:lstStyle/>
                    <a:p>
                      <a:pPr>
                        <a:buNone/>
                      </a:pPr>
                      <a:r>
                        <a:rPr lang="en-US" sz="1900" b="1" cap="none" spc="0">
                          <a:solidFill>
                            <a:schemeClr val="tx1"/>
                          </a:solidFill>
                        </a:rPr>
                        <a:t>NETCONF</a:t>
                      </a:r>
                    </a:p>
                  </a:txBody>
                  <a:tcPr marL="196002" marR="196002" marT="196002" marB="196002"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900" cap="none" spc="0">
                          <a:solidFill>
                            <a:schemeClr val="tx1"/>
                          </a:solidFill>
                        </a:rPr>
                        <a:t>SSH</a:t>
                      </a:r>
                    </a:p>
                  </a:txBody>
                  <a:tcPr marL="196002" marR="196002" marT="196002" marB="196002"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900" cap="none" spc="0">
                          <a:solidFill>
                            <a:schemeClr val="tx1"/>
                          </a:solidFill>
                        </a:rPr>
                        <a:t>XML</a:t>
                      </a:r>
                    </a:p>
                  </a:txBody>
                  <a:tcPr marL="196002" marR="196002" marT="196002" marB="196002"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900" cap="none" spc="0">
                          <a:solidFill>
                            <a:schemeClr val="tx1"/>
                          </a:solidFill>
                        </a:rPr>
                        <a:t>Network infrastructure, servers</a:t>
                      </a:r>
                    </a:p>
                  </a:txBody>
                  <a:tcPr marL="196002" marR="196002" marT="196002" marB="196002"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658644695"/>
                  </a:ext>
                </a:extLst>
              </a:tr>
              <a:tr h="1010501">
                <a:tc>
                  <a:txBody>
                    <a:bodyPr/>
                    <a:lstStyle/>
                    <a:p>
                      <a:pPr>
                        <a:buNone/>
                      </a:pPr>
                      <a:r>
                        <a:rPr lang="en-US" sz="1900" b="1" cap="none" spc="0">
                          <a:solidFill>
                            <a:schemeClr val="tx1"/>
                          </a:solidFill>
                        </a:rPr>
                        <a:t>RESTCONF</a:t>
                      </a:r>
                    </a:p>
                  </a:txBody>
                  <a:tcPr marL="196002" marR="196002" marT="196002" marB="19600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900" cap="none" spc="0">
                          <a:solidFill>
                            <a:schemeClr val="tx1"/>
                          </a:solidFill>
                        </a:rPr>
                        <a:t>HTTP/TLS</a:t>
                      </a:r>
                    </a:p>
                  </a:txBody>
                  <a:tcPr marL="196002" marR="196002" marT="196002" marB="19600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900" cap="none" spc="0">
                          <a:solidFill>
                            <a:schemeClr val="tx1"/>
                          </a:solidFill>
                        </a:rPr>
                        <a:t>JSON or XML</a:t>
                      </a:r>
                    </a:p>
                  </a:txBody>
                  <a:tcPr marL="196002" marR="196002" marT="196002" marB="19600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900" cap="none" spc="0">
                          <a:solidFill>
                            <a:schemeClr val="tx1"/>
                          </a:solidFill>
                        </a:rPr>
                        <a:t>Moderately capable devices</a:t>
                      </a:r>
                    </a:p>
                  </a:txBody>
                  <a:tcPr marL="196002" marR="196002" marT="196002" marB="19600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175939042"/>
                  </a:ext>
                </a:extLst>
              </a:tr>
              <a:tr h="1010501">
                <a:tc>
                  <a:txBody>
                    <a:bodyPr/>
                    <a:lstStyle/>
                    <a:p>
                      <a:pPr>
                        <a:buNone/>
                      </a:pPr>
                      <a:r>
                        <a:rPr lang="en-US" sz="1900" b="1" cap="none" spc="0">
                          <a:solidFill>
                            <a:schemeClr val="tx1"/>
                          </a:solidFill>
                        </a:rPr>
                        <a:t>CORECONF</a:t>
                      </a:r>
                    </a:p>
                  </a:txBody>
                  <a:tcPr marL="196002" marR="196002" marT="196002" marB="196002"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900" cap="none" spc="0">
                          <a:solidFill>
                            <a:schemeClr val="tx1"/>
                          </a:solidFill>
                        </a:rPr>
                        <a:t>CoAP/DTLS or OSCORE</a:t>
                      </a:r>
                    </a:p>
                  </a:txBody>
                  <a:tcPr marL="196002" marR="196002" marT="196002" marB="196002"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900" cap="none" spc="0">
                          <a:solidFill>
                            <a:schemeClr val="tx1"/>
                          </a:solidFill>
                        </a:rPr>
                        <a:t>CBOR</a:t>
                      </a:r>
                    </a:p>
                  </a:txBody>
                  <a:tcPr marL="196002" marR="196002" marT="196002" marB="196002"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900" cap="none" spc="0">
                          <a:solidFill>
                            <a:schemeClr val="tx1"/>
                          </a:solidFill>
                        </a:rPr>
                        <a:t>Constrained IoT devices</a:t>
                      </a:r>
                    </a:p>
                  </a:txBody>
                  <a:tcPr marL="196002" marR="196002" marT="196002" marB="196002"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2191128167"/>
                  </a:ext>
                </a:extLst>
              </a:tr>
            </a:tbl>
          </a:graphicData>
        </a:graphic>
      </p:graphicFrame>
    </p:spTree>
    <p:extLst>
      <p:ext uri="{BB962C8B-B14F-4D97-AF65-F5344CB8AC3E}">
        <p14:creationId xmlns:p14="http://schemas.microsoft.com/office/powerpoint/2010/main" val="107756110"/>
      </p:ext>
    </p:extLst>
  </p:cSld>
  <p:clrMapOvr>
    <a:masterClrMapping/>
  </p:clrMapOvr>
  <p:transition>
    <p:fade/>
  </p:transition>
</p:sld>
</file>

<file path=ppt/slides/slide_A0F_5C21F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22FA1-793C-7037-50B9-05AC41ADF6E0}"/>
              </a:ext>
            </a:extLst>
          </p:cNvPr>
          <p:cNvSpPr>
            <a:spLocks noGrp="1"/>
          </p:cNvSpPr>
          <p:nvPr>
            <p:ph type="ctrTitle"/>
          </p:nvPr>
        </p:nvSpPr>
        <p:spPr/>
        <p:txBody>
          <a:bodyPr/>
          <a:lstStyle/>
          <a:p>
            <a:r>
              <a:rPr lang="en-US"/>
              <a:t>YANG Tooling and Practical Workflows</a:t>
            </a:r>
          </a:p>
        </p:txBody>
      </p:sp>
    </p:spTree>
    <p:extLst>
      <p:ext uri="{BB962C8B-B14F-4D97-AF65-F5344CB8AC3E}">
        <p14:creationId xmlns:p14="http://schemas.microsoft.com/office/powerpoint/2010/main" val="1545728901"/>
      </p:ext>
    </p:extLst>
  </p:cSld>
  <p:clrMapOvr>
    <a:masterClrMapping/>
  </p:clrMapOvr>
</p:sld>
</file>

<file path=ppt/slides/slide_A01_6197F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3EA1A-532B-DC3C-0214-8A8B8510DA9E}"/>
              </a:ext>
            </a:extLst>
          </p:cNvPr>
          <p:cNvSpPr>
            <a:spLocks noGrp="1"/>
          </p:cNvSpPr>
          <p:nvPr>
            <p:ph type="ctrTitle"/>
          </p:nvPr>
        </p:nvSpPr>
        <p:spPr/>
        <p:txBody>
          <a:bodyPr/>
          <a:lstStyle/>
          <a:p>
            <a:r>
              <a:rPr lang="en-US"/>
              <a:t>Introduction to IETF CoAP, CORE, and CORECONF with YANG Tooling</a:t>
            </a:r>
          </a:p>
        </p:txBody>
      </p:sp>
      <p:sp>
        <p:nvSpPr>
          <p:cNvPr id="3" name="Subtitle 2">
            <a:extLst>
              <a:ext uri="{FF2B5EF4-FFF2-40B4-BE49-F238E27FC236}">
                <a16:creationId xmlns:a16="http://schemas.microsoft.com/office/drawing/2014/main" id="{427CB869-C927-E204-FC3A-08A053195CE4}"/>
              </a:ext>
            </a:extLst>
          </p:cNvPr>
          <p:cNvSpPr>
            <a:spLocks noGrp="1"/>
          </p:cNvSpPr>
          <p:nvPr>
            <p:ph type="subTitle" idx="1"/>
          </p:nvPr>
        </p:nvSpPr>
        <p:spPr/>
        <p:txBody>
          <a:bodyPr/>
          <a:lstStyle/>
          <a:p>
            <a:r>
              <a:rPr lang="en-US"/>
              <a:t>Exploring protocols and tools for IoT network management</a:t>
            </a:r>
          </a:p>
        </p:txBody>
      </p:sp>
    </p:spTree>
    <p:extLst>
      <p:ext uri="{BB962C8B-B14F-4D97-AF65-F5344CB8AC3E}">
        <p14:creationId xmlns:p14="http://schemas.microsoft.com/office/powerpoint/2010/main" val="1637347888"/>
      </p:ext>
    </p:extLst>
  </p:cSld>
  <p:clrMapOvr>
    <a:masterClrMapping/>
  </p:clrMapOvr>
</p:sld>
</file>

<file path=ppt/slides/slide_A02_255C5A4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E664C-1BFD-F3F6-8F32-E535C15E1A13}"/>
              </a:ext>
            </a:extLst>
          </p:cNvPr>
          <p:cNvSpPr>
            <a:spLocks noGrp="1"/>
          </p:cNvSpPr>
          <p:nvPr>
            <p:ph type="ctrTitle"/>
          </p:nvPr>
        </p:nvSpPr>
        <p:spPr/>
        <p:txBody>
          <a:bodyPr/>
          <a:lstStyle/>
          <a:p>
            <a:r>
              <a:rPr lang="en-US"/>
              <a:t>Context and Scope of the Presentation</a:t>
            </a:r>
          </a:p>
        </p:txBody>
      </p:sp>
    </p:spTree>
    <p:extLst>
      <p:ext uri="{BB962C8B-B14F-4D97-AF65-F5344CB8AC3E}">
        <p14:creationId xmlns:p14="http://schemas.microsoft.com/office/powerpoint/2010/main" val="626809421"/>
      </p:ext>
    </p:extLst>
  </p:cSld>
  <p:clrMapOvr>
    <a:masterClrMapping/>
  </p:clrMapOvr>
</p:sld>
</file>

<file path=ppt/slides/slide_A03_F7B03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56E31-8368-0DA2-4A64-ED9363E1E9F1}"/>
              </a:ext>
            </a:extLst>
          </p:cNvPr>
          <p:cNvSpPr>
            <a:spLocks noGrp="1"/>
          </p:cNvSpPr>
          <p:nvPr>
            <p:ph type="title"/>
          </p:nvPr>
        </p:nvSpPr>
        <p:spPr>
          <a:xfrm>
            <a:off x="8191500" y="458144"/>
            <a:ext cx="3433926" cy="1681551"/>
          </a:xfrm>
        </p:spPr>
        <p:txBody>
          <a:bodyPr anchor="b">
            <a:normAutofit/>
          </a:bodyPr>
          <a:lstStyle/>
          <a:p>
            <a:r>
              <a:rPr lang="en-US"/>
              <a:t>Presentation Goals and Technical Scope</a:t>
            </a:r>
          </a:p>
        </p:txBody>
      </p:sp>
      <p:pic>
        <p:nvPicPr>
          <p:cNvPr id="5" name="Content Placeholder 4" descr="Internet Network of Connected Devices and Apps.">
            <a:extLst>
              <a:ext uri="{FF2B5EF4-FFF2-40B4-BE49-F238E27FC236}">
                <a16:creationId xmlns:a16="http://schemas.microsoft.com/office/drawing/2014/main" id="{94A60DAD-2069-42E9-B58D-BD056D7B890C}"/>
              </a:ext>
            </a:extLst>
          </p:cNvPr>
          <p:cNvPicPr>
            <a:picLocks noGrp="1" noChangeAspect="1"/>
          </p:cNvPicPr>
          <p:nvPr>
            <p:ph type="pic" sz="quarter" idx="13"/>
          </p:nvPr>
        </p:nvPicPr>
        <p:blipFill>
          <a:blip r:embed="rId3"/>
          <a:stretch/>
        </p:blipFill>
        <p:spPr>
          <a:xfrm>
            <a:off x="0" y="620826"/>
            <a:ext cx="7722292" cy="5154629"/>
          </a:xfrm>
        </p:spPr>
      </p:pic>
      <p:sp>
        <p:nvSpPr>
          <p:cNvPr id="4" name="Content Placeholder 3">
            <a:extLst>
              <a:ext uri="{FF2B5EF4-FFF2-40B4-BE49-F238E27FC236}">
                <a16:creationId xmlns:a16="http://schemas.microsoft.com/office/drawing/2014/main" id="{94C6601C-E257-9EE4-CC80-ACC8293350A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91500" y="2276856"/>
            <a:ext cx="3433926" cy="3785616"/>
          </a:xfrm>
        </p:spPr>
        <p:txBody>
          <a:bodyPr>
            <a:normAutofit/>
          </a:bodyPr>
          <a:lstStyle/>
          <a:p>
            <a:pPr marL="0" indent="0">
              <a:lnSpc>
                <a:spcPct val="110000"/>
              </a:lnSpc>
              <a:spcBef>
                <a:spcPts val="2500"/>
              </a:spcBef>
              <a:buFont typeface="Arial" panose="020B0604020202020204" pitchFamily="34" charset="0"/>
              <a:buNone/>
            </a:pPr>
            <a:r>
              <a:rPr lang="en-US" sz="1000" b="1"/>
              <a:t>Introduction to IETF CORE Technologies</a:t>
            </a:r>
          </a:p>
          <a:p>
            <a:pPr marL="0" lvl="1" indent="0">
              <a:lnSpc>
                <a:spcPct val="110000"/>
              </a:lnSpc>
              <a:buFont typeface="Arial" panose="020B0604020202020204" pitchFamily="34" charset="0"/>
              <a:buNone/>
            </a:pPr>
            <a:r>
              <a:rPr lang="en-US" sz="1000"/>
              <a:t>Overview of IETF CORE working group and CoAP protocol as foundations for constrained device management.</a:t>
            </a:r>
          </a:p>
          <a:p>
            <a:pPr marL="0" indent="0">
              <a:lnSpc>
                <a:spcPct val="110000"/>
              </a:lnSpc>
              <a:spcBef>
                <a:spcPts val="2500"/>
              </a:spcBef>
              <a:buFont typeface="Arial" panose="020B0604020202020204" pitchFamily="34" charset="0"/>
              <a:buNone/>
            </a:pPr>
            <a:r>
              <a:rPr lang="en-US" sz="1000" b="1"/>
              <a:t>CORE Architecture and CORECONF</a:t>
            </a:r>
          </a:p>
          <a:p>
            <a:pPr marL="0" lvl="1" indent="0">
              <a:lnSpc>
                <a:spcPct val="110000"/>
              </a:lnSpc>
              <a:buFont typeface="Arial" panose="020B0604020202020204" pitchFamily="34" charset="0"/>
              <a:buNone/>
            </a:pPr>
            <a:r>
              <a:rPr lang="en-US" sz="1000"/>
              <a:t>Explanation of CORE architecture components and introduction of CORECONF using YANG over CoAP with compact encoding.</a:t>
            </a:r>
          </a:p>
          <a:p>
            <a:pPr marL="0" indent="0">
              <a:lnSpc>
                <a:spcPct val="110000"/>
              </a:lnSpc>
              <a:spcBef>
                <a:spcPts val="2500"/>
              </a:spcBef>
              <a:buFont typeface="Arial" panose="020B0604020202020204" pitchFamily="34" charset="0"/>
              <a:buNone/>
            </a:pPr>
            <a:r>
              <a:rPr lang="en-US" sz="1000" b="1"/>
              <a:t>Interoperability and YANG Reuse</a:t>
            </a:r>
          </a:p>
          <a:p>
            <a:pPr marL="0" lvl="1" indent="0">
              <a:lnSpc>
                <a:spcPct val="110000"/>
              </a:lnSpc>
              <a:buFont typeface="Arial" panose="020B0604020202020204" pitchFamily="34" charset="0"/>
              <a:buNone/>
            </a:pPr>
            <a:r>
              <a:rPr lang="en-US" sz="1000"/>
              <a:t>CORECONF reuses YANG data models across NETCONF, RESTCONF, and constrained devices for seamless integration.</a:t>
            </a:r>
          </a:p>
          <a:p>
            <a:pPr marL="0" indent="0">
              <a:lnSpc>
                <a:spcPct val="110000"/>
              </a:lnSpc>
              <a:spcBef>
                <a:spcPts val="2500"/>
              </a:spcBef>
              <a:buFont typeface="Arial" panose="020B0604020202020204" pitchFamily="34" charset="0"/>
              <a:buNone/>
            </a:pPr>
            <a:r>
              <a:rPr lang="en-US" sz="1000" b="1"/>
              <a:t>Tools and Workflows</a:t>
            </a:r>
          </a:p>
          <a:p>
            <a:pPr marL="0" lvl="1" indent="0">
              <a:lnSpc>
                <a:spcPct val="110000"/>
              </a:lnSpc>
              <a:buFont typeface="Arial" panose="020B0604020202020204" pitchFamily="34" charset="0"/>
              <a:buNone/>
            </a:pPr>
            <a:r>
              <a:rPr lang="en-US" sz="1000"/>
              <a:t>Highlights necessary tools for YANG model validation, encoding, and CoAP client libraries to enable deployment.</a:t>
            </a:r>
          </a:p>
        </p:txBody>
      </p:sp>
    </p:spTree>
    <p:extLst>
      <p:ext uri="{BB962C8B-B14F-4D97-AF65-F5344CB8AC3E}">
        <p14:creationId xmlns:p14="http://schemas.microsoft.com/office/powerpoint/2010/main" val="41555193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E443B06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703BB-6A2E-11E4-2506-5FFEFAD9AFD8}"/>
              </a:ext>
            </a:extLst>
          </p:cNvPr>
          <p:cNvSpPr>
            <a:spLocks noGrp="1"/>
          </p:cNvSpPr>
          <p:nvPr>
            <p:ph type="ctrTitle"/>
          </p:nvPr>
        </p:nvSpPr>
        <p:spPr/>
        <p:txBody>
          <a:bodyPr/>
          <a:lstStyle/>
          <a:p>
            <a:r>
              <a:rPr lang="en-US"/>
              <a:t>IETF CORE and CoAP Fundamentals</a:t>
            </a:r>
          </a:p>
        </p:txBody>
      </p:sp>
    </p:spTree>
    <p:extLst>
      <p:ext uri="{BB962C8B-B14F-4D97-AF65-F5344CB8AC3E}">
        <p14:creationId xmlns:p14="http://schemas.microsoft.com/office/powerpoint/2010/main" val="3829641324"/>
      </p:ext>
    </p:extLst>
  </p:cSld>
  <p:clrMapOvr>
    <a:masterClrMapping/>
  </p:clrMapOvr>
</p:sld>
</file>

<file path=ppt/slides/slide_A05_A28A45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600BB-CF67-3C7F-80E2-6BB4619B9214}"/>
              </a:ext>
            </a:extLst>
          </p:cNvPr>
          <p:cNvSpPr>
            <a:spLocks noGrp="1"/>
          </p:cNvSpPr>
          <p:nvPr>
            <p:ph type="title"/>
          </p:nvPr>
        </p:nvSpPr>
        <p:spPr>
          <a:xfrm>
            <a:off x="457199" y="377072"/>
            <a:ext cx="4958078" cy="1225485"/>
          </a:xfrm>
        </p:spPr>
        <p:txBody>
          <a:bodyPr anchor="t">
            <a:normAutofit/>
          </a:bodyPr>
          <a:lstStyle/>
          <a:p>
            <a:r>
              <a:rPr lang="en-US"/>
              <a:t>IETF CORE Working Group and Its Mission</a:t>
            </a:r>
          </a:p>
        </p:txBody>
      </p:sp>
      <p:pic>
        <p:nvPicPr>
          <p:cNvPr id="5" name="Content Placeholder 4" descr="Blue blocks and networks technology background">
            <a:extLst>
              <a:ext uri="{FF2B5EF4-FFF2-40B4-BE49-F238E27FC236}">
                <a16:creationId xmlns:a16="http://schemas.microsoft.com/office/drawing/2014/main" id="{BCDFA62F-F1D1-424A-A275-22071C5BBECF}"/>
              </a:ext>
            </a:extLst>
          </p:cNvPr>
          <p:cNvPicPr>
            <a:picLocks noGrp="1" noChangeAspect="1"/>
          </p:cNvPicPr>
          <p:nvPr>
            <p:ph type="pic" sz="quarter" idx="13"/>
          </p:nvPr>
        </p:nvPicPr>
        <p:blipFill>
          <a:blip r:embed="rId3"/>
          <a:stretch/>
        </p:blipFill>
        <p:spPr>
          <a:xfrm>
            <a:off x="0" y="2503122"/>
            <a:ext cx="5758172" cy="3224576"/>
          </a:xfrm>
        </p:spPr>
      </p:pic>
      <p:sp>
        <p:nvSpPr>
          <p:cNvPr id="4" name="Content Placeholder 3">
            <a:extLst>
              <a:ext uri="{FF2B5EF4-FFF2-40B4-BE49-F238E27FC236}">
                <a16:creationId xmlns:a16="http://schemas.microsoft.com/office/drawing/2014/main" id="{7DD5EE00-23BF-492E-ADBE-BE1C57F5D6C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Purpose of CORE WG</a:t>
            </a:r>
          </a:p>
          <a:p>
            <a:pPr marL="0" lvl="1" indent="0">
              <a:buFont typeface="Arial" panose="020B0604020202020204" pitchFamily="34" charset="0"/>
              <a:buNone/>
            </a:pPr>
            <a:r>
              <a:rPr lang="en-US" sz="1400"/>
              <a:t>CORE standardizes protocols for constrained devices that cannot support full web technologies due to resource limits.</a:t>
            </a:r>
          </a:p>
          <a:p>
            <a:pPr marL="0" indent="0">
              <a:spcBef>
                <a:spcPts val="2500"/>
              </a:spcBef>
              <a:buFont typeface="Arial" panose="020B0604020202020204" pitchFamily="34" charset="0"/>
              <a:buNone/>
            </a:pPr>
            <a:r>
              <a:rPr lang="en-US" sz="1400" b="1"/>
              <a:t>Core Mission and Principles</a:t>
            </a:r>
          </a:p>
          <a:p>
            <a:pPr marL="0" lvl="1" indent="0">
              <a:buFont typeface="Arial" panose="020B0604020202020204" pitchFamily="34" charset="0"/>
              <a:buNone/>
            </a:pPr>
            <a:r>
              <a:rPr lang="en-US" sz="1400"/>
              <a:t>CORE adapts web principles like REST and stateless interactions to unreliable, constrained network environments.</a:t>
            </a:r>
          </a:p>
          <a:p>
            <a:pPr marL="0" indent="0">
              <a:spcBef>
                <a:spcPts val="2500"/>
              </a:spcBef>
              <a:buFont typeface="Arial" panose="020B0604020202020204" pitchFamily="34" charset="0"/>
              <a:buNone/>
            </a:pPr>
            <a:r>
              <a:rPr lang="en-US" sz="1400" b="1"/>
              <a:t>Technology Integration</a:t>
            </a:r>
          </a:p>
          <a:p>
            <a:pPr marL="0" lvl="1" indent="0">
              <a:buFont typeface="Arial" panose="020B0604020202020204" pitchFamily="34" charset="0"/>
              <a:buNone/>
            </a:pPr>
            <a:r>
              <a:rPr lang="en-US" sz="1400"/>
              <a:t>CORE aligns with IETF standards like IPv6, UDP, and DTLS to ensure interoperability and network integration.</a:t>
            </a:r>
          </a:p>
          <a:p>
            <a:pPr marL="0" indent="0">
              <a:spcBef>
                <a:spcPts val="2500"/>
              </a:spcBef>
              <a:buFont typeface="Arial" panose="020B0604020202020204" pitchFamily="34" charset="0"/>
              <a:buNone/>
            </a:pPr>
            <a:r>
              <a:rPr lang="en-US" sz="1400" b="1"/>
              <a:t>IoT Management Foundation</a:t>
            </a:r>
          </a:p>
          <a:p>
            <a:pPr marL="0" lvl="1" indent="0">
              <a:buFont typeface="Arial" panose="020B0604020202020204" pitchFamily="34" charset="0"/>
              <a:buNone/>
            </a:pPr>
            <a:r>
              <a:rPr lang="en-US" sz="1400"/>
              <a:t>CORE enables standardized monitoring, configuration, and control of constrained devices for large-scale IoT deployments.</a:t>
            </a:r>
          </a:p>
        </p:txBody>
      </p:sp>
    </p:spTree>
    <p:extLst>
      <p:ext uri="{BB962C8B-B14F-4D97-AF65-F5344CB8AC3E}">
        <p14:creationId xmlns:p14="http://schemas.microsoft.com/office/powerpoint/2010/main" val="27269707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9FEB31B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D8B4C-A75A-CE0C-82F4-D9AE12CF17C5}"/>
              </a:ext>
            </a:extLst>
          </p:cNvPr>
          <p:cNvSpPr>
            <a:spLocks noGrp="1"/>
          </p:cNvSpPr>
          <p:nvPr>
            <p:ph type="title"/>
          </p:nvPr>
        </p:nvSpPr>
        <p:spPr/>
        <p:txBody>
          <a:bodyPr/>
          <a:lstStyle/>
          <a:p>
            <a:r>
              <a:rPr lang="en-US"/>
              <a:t>Constrained Application Protocol (CoAP) Overview</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15672933-1939-4BA2-9A95-0F0FE93E193B}"/>
              </a:ext>
            </a:extLst>
          </p:cNvPr>
          <p:cNvPicPr>
            <a:picLocks noGrp="1" noChangeAspect="1"/>
          </p:cNvPicPr>
          <p:nvPr>
            <p:ph sz="quarter" idx="15"/>
          </p:nvPr>
        </p:nvPicPr>
        <p:blipFill>
          <a:blip r:embed="rId3"/>
          <a:stretch>
            <a:fillRect/>
          </a:stretch>
        </p:blipFill>
        <p:spPr>
          <a:xfrm>
            <a:off x="455613" y="1984375"/>
            <a:ext cx="5181600" cy="3886200"/>
          </a:xfrm>
          <a:prstGeom prst="rect">
            <a:avLst/>
          </a:prstGeom>
        </p:spPr>
      </p:pic>
      <p:sp>
        <p:nvSpPr>
          <p:cNvPr id="4" name="Content Placeholder 3">
            <a:extLst>
              <a:ext uri="{FF2B5EF4-FFF2-40B4-BE49-F238E27FC236}">
                <a16:creationId xmlns:a16="http://schemas.microsoft.com/office/drawing/2014/main" id="{DE5D2FAE-0C1D-34C2-D18B-34D51DBEA76A}"/>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10000"/>
          </a:bodyPr>
          <a:lstStyle/>
          <a:p>
            <a:pPr>
              <a:buFont typeface="Arial" panose="020B0604020202020204" pitchFamily="34" charset="0"/>
              <a:buChar char="•"/>
            </a:pPr>
            <a:r>
              <a:rPr lang="en-US"/>
              <a:t>CoAP Protocol Basics</a:t>
            </a:r>
          </a:p>
          <a:p>
            <a:pPr marL="742950" lvl="1" indent="-285750">
              <a:buFont typeface="Arial" panose="020B0604020202020204" pitchFamily="34" charset="0"/>
              <a:buChar char="•"/>
            </a:pPr>
            <a:r>
              <a:rPr lang="en-US"/>
              <a:t>CoAP is a lightweight UDP-based protocol providing RESTful operations over constrained networks.</a:t>
            </a:r>
          </a:p>
          <a:p>
            <a:pPr>
              <a:buFont typeface="Arial" panose="020B0604020202020204" pitchFamily="34" charset="0"/>
              <a:buChar char="•"/>
            </a:pPr>
            <a:r>
              <a:rPr lang="en-US"/>
              <a:t>Message Format and REST Methods</a:t>
            </a:r>
          </a:p>
          <a:p>
            <a:pPr marL="742950" lvl="1" indent="-285750">
              <a:buFont typeface="Arial" panose="020B0604020202020204" pitchFamily="34" charset="0"/>
              <a:buChar char="•"/>
            </a:pPr>
            <a:r>
              <a:rPr lang="en-US"/>
              <a:t>CoAP uses a compact binary message format supporting GET, PUT, POST, and DELETE REST methods.</a:t>
            </a:r>
          </a:p>
          <a:p>
            <a:pPr>
              <a:buFont typeface="Arial" panose="020B0604020202020204" pitchFamily="34" charset="0"/>
              <a:buChar char="•"/>
            </a:pPr>
            <a:r>
              <a:rPr lang="en-US"/>
              <a:t>Reliability and Asynchronous Support</a:t>
            </a:r>
          </a:p>
          <a:p>
            <a:pPr marL="742950" lvl="1" indent="-285750">
              <a:buFont typeface="Arial" panose="020B0604020202020204" pitchFamily="34" charset="0"/>
              <a:buChar char="•"/>
            </a:pPr>
            <a:r>
              <a:rPr lang="en-US"/>
              <a:t>Reliability is ensured by confirmable messages and retransmissions; asynchronous updates via Observe extension.</a:t>
            </a:r>
          </a:p>
          <a:p>
            <a:pPr>
              <a:buFont typeface="Arial" panose="020B0604020202020204" pitchFamily="34" charset="0"/>
              <a:buChar char="•"/>
            </a:pPr>
            <a:r>
              <a:rPr lang="en-US"/>
              <a:t>Security Features</a:t>
            </a:r>
          </a:p>
          <a:p>
            <a:pPr marL="742950" lvl="1" indent="-285750">
              <a:buFont typeface="Arial" panose="020B0604020202020204" pitchFamily="34" charset="0"/>
              <a:buChar char="•"/>
            </a:pPr>
            <a:r>
              <a:rPr lang="en-US"/>
              <a:t>CoAP can be secured using DTLS for channel security or OSCORE for end-to-end message protection.</a:t>
            </a:r>
          </a:p>
        </p:txBody>
      </p:sp>
    </p:spTree>
    <p:extLst>
      <p:ext uri="{BB962C8B-B14F-4D97-AF65-F5344CB8AC3E}">
        <p14:creationId xmlns:p14="http://schemas.microsoft.com/office/powerpoint/2010/main" val="2682991025"/>
      </p:ext>
    </p:extLst>
  </p:cSld>
  <p:clrMapOvr>
    <a:masterClrMapping/>
  </p:clrMapOvr>
</p:sld>
</file>

<file path=ppt/slides/slide_A07_D69977D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43AB-FFF5-C153-AED1-57FAE86BCBDF}"/>
              </a:ext>
            </a:extLst>
          </p:cNvPr>
          <p:cNvSpPr>
            <a:spLocks noGrp="1"/>
          </p:cNvSpPr>
          <p:nvPr>
            <p:ph type="title"/>
          </p:nvPr>
        </p:nvSpPr>
        <p:spPr>
          <a:xfrm>
            <a:off x="457200" y="680728"/>
            <a:ext cx="7281067" cy="1005840"/>
          </a:xfrm>
        </p:spPr>
        <p:txBody>
          <a:bodyPr anchor="b">
            <a:normAutofit/>
          </a:bodyPr>
          <a:lstStyle/>
          <a:p>
            <a:r>
              <a:rPr lang="en-US"/>
              <a:t>Key CoAP Concepts and REST Mapping</a:t>
            </a:r>
          </a:p>
        </p:txBody>
      </p:sp>
      <p:sp>
        <p:nvSpPr>
          <p:cNvPr id="4" name="Content Placeholder 3">
            <a:extLst>
              <a:ext uri="{FF2B5EF4-FFF2-40B4-BE49-F238E27FC236}">
                <a16:creationId xmlns:a16="http://schemas.microsoft.com/office/drawing/2014/main" id="{A6705437-3CC3-84D6-30E9-DBDC99BF7A7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1823728"/>
            <a:ext cx="7281061" cy="4423855"/>
          </a:xfrm>
        </p:spPr>
        <p:txBody>
          <a:bodyPr>
            <a:normAutofit/>
          </a:bodyPr>
          <a:lstStyle/>
          <a:p>
            <a:pPr marL="0" indent="0">
              <a:spcBef>
                <a:spcPts val="2500"/>
              </a:spcBef>
              <a:buFont typeface="Arial" panose="020B0604020202020204" pitchFamily="34" charset="0"/>
              <a:buNone/>
            </a:pPr>
            <a:r>
              <a:rPr lang="en-US" sz="1400" b="1"/>
              <a:t>Resource Identification</a:t>
            </a:r>
          </a:p>
          <a:p>
            <a:pPr marL="0" lvl="1" indent="0">
              <a:buFont typeface="Arial" panose="020B0604020202020204" pitchFamily="34" charset="0"/>
              <a:buNone/>
            </a:pPr>
            <a:r>
              <a:rPr lang="en-US" sz="1400"/>
              <a:t>CoAP resources are identified by URIs representing data or device functions like sensor readings.</a:t>
            </a:r>
          </a:p>
          <a:p>
            <a:pPr marL="0" indent="0">
              <a:spcBef>
                <a:spcPts val="2500"/>
              </a:spcBef>
              <a:buFont typeface="Arial" panose="020B0604020202020204" pitchFamily="34" charset="0"/>
              <a:buNone/>
            </a:pPr>
            <a:r>
              <a:rPr lang="en-US" sz="1400" b="1"/>
              <a:t>CoAP Methods and Responses</a:t>
            </a:r>
          </a:p>
          <a:p>
            <a:pPr marL="0" lvl="1" indent="0">
              <a:buFont typeface="Arial" panose="020B0604020202020204" pitchFamily="34" charset="0"/>
              <a:buNone/>
            </a:pPr>
            <a:r>
              <a:rPr lang="en-US" sz="1400"/>
              <a:t>CoAP uses GET, PUT, POST, DELETE with response codes aligned to HTTP for resource management.</a:t>
            </a:r>
          </a:p>
          <a:p>
            <a:pPr marL="0" indent="0">
              <a:spcBef>
                <a:spcPts val="2500"/>
              </a:spcBef>
              <a:buFont typeface="Arial" panose="020B0604020202020204" pitchFamily="34" charset="0"/>
              <a:buNone/>
            </a:pPr>
            <a:r>
              <a:rPr lang="en-US" sz="1400" b="1"/>
              <a:t>Observe and Content Negotiation</a:t>
            </a:r>
          </a:p>
          <a:p>
            <a:pPr marL="0" lvl="1" indent="0">
              <a:buFont typeface="Arial" panose="020B0604020202020204" pitchFamily="34" charset="0"/>
              <a:buNone/>
            </a:pPr>
            <a:r>
              <a:rPr lang="en-US" sz="1400"/>
              <a:t>Observe enables clients to receive updates on resource changes; content negotiation supports compact formats like CBOR.</a:t>
            </a:r>
          </a:p>
          <a:p>
            <a:pPr marL="0" indent="0">
              <a:spcBef>
                <a:spcPts val="2500"/>
              </a:spcBef>
              <a:buFont typeface="Arial" panose="020B0604020202020204" pitchFamily="34" charset="0"/>
              <a:buNone/>
            </a:pPr>
            <a:r>
              <a:rPr lang="en-US" sz="1400" b="1"/>
              <a:t>Proxying and Caching</a:t>
            </a:r>
          </a:p>
          <a:p>
            <a:pPr marL="0" lvl="1" indent="0">
              <a:buFont typeface="Arial" panose="020B0604020202020204" pitchFamily="34" charset="0"/>
              <a:buNone/>
            </a:pPr>
            <a:r>
              <a:rPr lang="en-US" sz="1400"/>
              <a:t>CoAP supports proxies bridging CoAP and HTTP and caching to reduce transmissions over lossy networks.</a:t>
            </a:r>
          </a:p>
        </p:txBody>
      </p:sp>
      <p:pic>
        <p:nvPicPr>
          <p:cNvPr id="5" name="Content Placeholder 4" descr="Data Processing Unit CPU 5G Circuit Board  Cloud computing">
            <a:extLst>
              <a:ext uri="{FF2B5EF4-FFF2-40B4-BE49-F238E27FC236}">
                <a16:creationId xmlns:a16="http://schemas.microsoft.com/office/drawing/2014/main" id="{17DCC7DD-79E3-4B43-AB97-E5009C90DF04}"/>
              </a:ext>
            </a:extLst>
          </p:cNvPr>
          <p:cNvPicPr>
            <a:picLocks noGrp="1" noChangeAspect="1"/>
          </p:cNvPicPr>
          <p:nvPr>
            <p:ph type="pic" sz="quarter" idx="13"/>
          </p:nvPr>
        </p:nvPicPr>
        <p:blipFill>
          <a:blip r:embed="rId3"/>
          <a:srcRect l="22745" r="30407" b="1"/>
          <a:stretch>
            <a:fillRect/>
          </a:stretch>
        </p:blipFill>
        <p:spPr>
          <a:xfrm>
            <a:off x="8195489" y="-6369"/>
            <a:ext cx="3996512" cy="6398066"/>
          </a:xfrm>
        </p:spPr>
      </p:pic>
    </p:spTree>
    <p:extLst>
      <p:ext uri="{BB962C8B-B14F-4D97-AF65-F5344CB8AC3E}">
        <p14:creationId xmlns:p14="http://schemas.microsoft.com/office/powerpoint/2010/main" val="3600381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54130C3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2BC41-6D82-42AB-2B05-64D85D6287AE}"/>
              </a:ext>
            </a:extLst>
          </p:cNvPr>
          <p:cNvSpPr>
            <a:spLocks noGrp="1"/>
          </p:cNvSpPr>
          <p:nvPr>
            <p:ph type="title"/>
          </p:nvPr>
        </p:nvSpPr>
        <p:spPr>
          <a:xfrm>
            <a:off x="457200" y="2838087"/>
            <a:ext cx="8932653" cy="3312544"/>
          </a:xfrm>
        </p:spPr>
        <p:txBody>
          <a:bodyPr anchor="b">
            <a:normAutofit/>
          </a:bodyPr>
          <a:lstStyle/>
          <a:p>
            <a:r>
              <a:rPr lang="en-US" sz="6100"/>
              <a:t>CORE Architecture and Management Motivation</a:t>
            </a:r>
          </a:p>
        </p:txBody>
      </p:sp>
    </p:spTree>
    <p:extLst>
      <p:ext uri="{BB962C8B-B14F-4D97-AF65-F5344CB8AC3E}">
        <p14:creationId xmlns:p14="http://schemas.microsoft.com/office/powerpoint/2010/main" val="14105344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9_1B2807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B5003-40FC-FBDA-371F-9FCB71347976}"/>
              </a:ext>
            </a:extLst>
          </p:cNvPr>
          <p:cNvSpPr>
            <a:spLocks noGrp="1"/>
          </p:cNvSpPr>
          <p:nvPr>
            <p:ph type="title"/>
          </p:nvPr>
        </p:nvSpPr>
        <p:spPr>
          <a:xfrm>
            <a:off x="457200" y="680728"/>
            <a:ext cx="7281067" cy="1005840"/>
          </a:xfrm>
        </p:spPr>
        <p:txBody>
          <a:bodyPr anchor="b">
            <a:normAutofit/>
          </a:bodyPr>
          <a:lstStyle/>
          <a:p>
            <a:r>
              <a:rPr lang="en-US"/>
              <a:t>CORE Architectural Building Blocks</a:t>
            </a:r>
          </a:p>
        </p:txBody>
      </p:sp>
      <p:sp>
        <p:nvSpPr>
          <p:cNvPr id="4" name="Content Placeholder 3">
            <a:extLst>
              <a:ext uri="{FF2B5EF4-FFF2-40B4-BE49-F238E27FC236}">
                <a16:creationId xmlns:a16="http://schemas.microsoft.com/office/drawing/2014/main" id="{49958AE0-4F77-5304-7EE7-57D1673D93F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1823728"/>
            <a:ext cx="7281061" cy="4423855"/>
          </a:xfrm>
        </p:spPr>
        <p:txBody>
          <a:bodyPr>
            <a:normAutofit/>
          </a:bodyPr>
          <a:lstStyle/>
          <a:p>
            <a:pPr marL="0" indent="0">
              <a:spcBef>
                <a:spcPts val="2500"/>
              </a:spcBef>
              <a:buFont typeface="Arial" panose="020B0604020202020204" pitchFamily="34" charset="0"/>
              <a:buNone/>
            </a:pPr>
            <a:r>
              <a:rPr lang="en-US" sz="1400" b="1"/>
              <a:t>CoAP Protocol Core</a:t>
            </a:r>
          </a:p>
          <a:p>
            <a:pPr marL="0" lvl="1" indent="0">
              <a:buFont typeface="Arial" panose="020B0604020202020204" pitchFamily="34" charset="0"/>
              <a:buNone/>
            </a:pPr>
            <a:r>
              <a:rPr lang="en-US" sz="1400"/>
              <a:t>CoAP is the central RESTful transfer protocol enabling interoperable communication in constrained networks.</a:t>
            </a:r>
          </a:p>
          <a:p>
            <a:pPr marL="0" indent="0">
              <a:spcBef>
                <a:spcPts val="2500"/>
              </a:spcBef>
              <a:buFont typeface="Arial" panose="020B0604020202020204" pitchFamily="34" charset="0"/>
              <a:buNone/>
            </a:pPr>
            <a:r>
              <a:rPr lang="en-US" sz="1400" b="1"/>
              <a:t>Resource Discovery Mechanisms</a:t>
            </a:r>
          </a:p>
          <a:p>
            <a:pPr marL="0" lvl="1" indent="0">
              <a:buFont typeface="Arial" panose="020B0604020202020204" pitchFamily="34" charset="0"/>
              <a:buNone/>
            </a:pPr>
            <a:r>
              <a:rPr lang="en-US" sz="1400"/>
              <a:t>Resource discovery uses CoRE Link Format and Resource Directory to dynamically find available device functions.</a:t>
            </a:r>
          </a:p>
          <a:p>
            <a:pPr marL="0" indent="0">
              <a:spcBef>
                <a:spcPts val="2500"/>
              </a:spcBef>
              <a:buFont typeface="Arial" panose="020B0604020202020204" pitchFamily="34" charset="0"/>
              <a:buNone/>
            </a:pPr>
            <a:r>
              <a:rPr lang="en-US" sz="1400" b="1"/>
              <a:t>Security Components</a:t>
            </a:r>
          </a:p>
          <a:p>
            <a:pPr marL="0" lvl="1" indent="0">
              <a:buFont typeface="Arial" panose="020B0604020202020204" pitchFamily="34" charset="0"/>
              <a:buNone/>
            </a:pPr>
            <a:r>
              <a:rPr lang="en-US" sz="1400"/>
              <a:t>Security relies on DTLS for transport and OSCORE for end-to-end object security in constrained environments.</a:t>
            </a:r>
          </a:p>
          <a:p>
            <a:pPr marL="0" indent="0">
              <a:spcBef>
                <a:spcPts val="2500"/>
              </a:spcBef>
              <a:buFont typeface="Arial" panose="020B0604020202020204" pitchFamily="34" charset="0"/>
              <a:buNone/>
            </a:pPr>
            <a:r>
              <a:rPr lang="en-US" sz="1400" b="1"/>
              <a:t>Efficient Data Encoding</a:t>
            </a:r>
          </a:p>
          <a:p>
            <a:pPr marL="0" lvl="1" indent="0">
              <a:buFont typeface="Arial" panose="020B0604020202020204" pitchFamily="34" charset="0"/>
              <a:buNone/>
            </a:pPr>
            <a:r>
              <a:rPr lang="en-US" sz="1400"/>
              <a:t>CBOR and YANG-CBOR provide compact data representation for low-bandwidth constrained networks.</a:t>
            </a:r>
          </a:p>
        </p:txBody>
      </p:sp>
      <p:pic>
        <p:nvPicPr>
          <p:cNvPr id="5" name="Content Placeholder 4" descr="Computer Network Concept on Blue Background">
            <a:extLst>
              <a:ext uri="{FF2B5EF4-FFF2-40B4-BE49-F238E27FC236}">
                <a16:creationId xmlns:a16="http://schemas.microsoft.com/office/drawing/2014/main" id="{2FA521AD-16B9-4A01-82CF-7ECC19A268E6}"/>
              </a:ext>
            </a:extLst>
          </p:cNvPr>
          <p:cNvPicPr>
            <a:picLocks noGrp="1" noChangeAspect="1"/>
          </p:cNvPicPr>
          <p:nvPr>
            <p:ph type="pic" sz="quarter" idx="13"/>
          </p:nvPr>
        </p:nvPicPr>
        <p:blipFill>
          <a:blip r:embed="rId3"/>
          <a:srcRect l="23531" r="29621" b="1"/>
          <a:stretch>
            <a:fillRect/>
          </a:stretch>
        </p:blipFill>
        <p:spPr>
          <a:xfrm>
            <a:off x="8195489" y="-6369"/>
            <a:ext cx="3996512" cy="6398066"/>
          </a:xfrm>
        </p:spPr>
      </p:pic>
    </p:spTree>
    <p:extLst>
      <p:ext uri="{BB962C8B-B14F-4D97-AF65-F5344CB8AC3E}">
        <p14:creationId xmlns:p14="http://schemas.microsoft.com/office/powerpoint/2010/main" val="4556081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0_159D949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BDCA-953D-13CF-409C-034D4F95947F}"/>
              </a:ext>
            </a:extLst>
          </p:cNvPr>
          <p:cNvSpPr>
            <a:spLocks noGrp="1"/>
          </p:cNvSpPr>
          <p:nvPr>
            <p:ph type="title"/>
          </p:nvPr>
        </p:nvSpPr>
        <p:spPr/>
        <p:txBody>
          <a:bodyPr/>
          <a:lstStyle/>
          <a:p>
            <a:r>
              <a:rPr lang="en-US"/>
              <a:t>Using YANG in Constrained Environments</a:t>
            </a:r>
          </a:p>
        </p:txBody>
      </p:sp>
      <p:pic>
        <p:nvPicPr>
          <p:cNvPr id="5" name="Content Placeholder 4" descr="Internet of Things Concept">
            <a:extLst>
              <a:ext uri="{FF2B5EF4-FFF2-40B4-BE49-F238E27FC236}">
                <a16:creationId xmlns:a16="http://schemas.microsoft.com/office/drawing/2014/main" id="{90C1AB9C-1F1D-4BA5-9C21-0AE3E6172F81}"/>
              </a:ext>
            </a:extLst>
          </p:cNvPr>
          <p:cNvPicPr>
            <a:picLocks noGrp="1" noChangeAspect="1"/>
          </p:cNvPicPr>
          <p:nvPr>
            <p:ph sz="quarter" idx="15"/>
          </p:nvPr>
        </p:nvPicPr>
        <p:blipFill>
          <a:blip r:embed="rId3"/>
          <a:stretch>
            <a:fillRect/>
          </a:stretch>
        </p:blipFill>
        <p:spPr>
          <a:xfrm>
            <a:off x="455613" y="2199432"/>
            <a:ext cx="5181600" cy="3456086"/>
          </a:xfrm>
          <a:prstGeom prst="rect">
            <a:avLst/>
          </a:prstGeom>
        </p:spPr>
      </p:pic>
      <p:sp>
        <p:nvSpPr>
          <p:cNvPr id="4" name="Content Placeholder 3">
            <a:extLst>
              <a:ext uri="{FF2B5EF4-FFF2-40B4-BE49-F238E27FC236}">
                <a16:creationId xmlns:a16="http://schemas.microsoft.com/office/drawing/2014/main" id="{76ACF7B7-9043-181E-B023-7F19732229E9}"/>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85000" lnSpcReduction="20000"/>
          </a:bodyPr>
          <a:lstStyle/>
          <a:p>
            <a:pPr>
              <a:buFont typeface="Arial" panose="020B0604020202020204" pitchFamily="34" charset="0"/>
              <a:buChar char="•"/>
            </a:pPr>
            <a:r>
              <a:rPr lang="en-US"/>
              <a:t>Unified Data Modeling</a:t>
            </a:r>
          </a:p>
          <a:p>
            <a:pPr marL="742950" lvl="1" indent="-285750">
              <a:buFont typeface="Arial" panose="020B0604020202020204" pitchFamily="34" charset="0"/>
              <a:buChar char="•"/>
            </a:pPr>
            <a:r>
              <a:rPr lang="en-US"/>
              <a:t>YANG provides a common modeling language across NETCONF, RESTCONF, and CORECONF for consistent device management.</a:t>
            </a:r>
          </a:p>
          <a:p>
            <a:pPr>
              <a:buFont typeface="Arial" panose="020B0604020202020204" pitchFamily="34" charset="0"/>
              <a:buChar char="•"/>
            </a:pPr>
            <a:r>
              <a:rPr lang="en-US"/>
              <a:t>Simplified Models for Constraints</a:t>
            </a:r>
          </a:p>
          <a:p>
            <a:pPr marL="742950" lvl="1" indent="-285750">
              <a:buFont typeface="Arial" panose="020B0604020202020204" pitchFamily="34" charset="0"/>
              <a:buChar char="•"/>
            </a:pPr>
            <a:r>
              <a:rPr lang="en-US"/>
              <a:t>Profiling reduces complexity by limiting YANG features to fit constrained environments while preserving core concepts.</a:t>
            </a:r>
          </a:p>
          <a:p>
            <a:pPr>
              <a:buFont typeface="Arial" panose="020B0604020202020204" pitchFamily="34" charset="0"/>
              <a:buChar char="•"/>
            </a:pPr>
            <a:r>
              <a:rPr lang="en-US"/>
              <a:t>Structured Configurations</a:t>
            </a:r>
          </a:p>
          <a:p>
            <a:pPr marL="742950" lvl="1" indent="-285750">
              <a:buFont typeface="Arial" panose="020B0604020202020204" pitchFamily="34" charset="0"/>
              <a:buChar char="•"/>
            </a:pPr>
            <a:r>
              <a:rPr lang="en-US"/>
              <a:t>YANG enables structured, machine-readable configuration and state data, supporting validation and automated tooling.</a:t>
            </a:r>
          </a:p>
          <a:p>
            <a:pPr>
              <a:buFont typeface="Arial" panose="020B0604020202020204" pitchFamily="34" charset="0"/>
              <a:buChar char="•"/>
            </a:pPr>
            <a:r>
              <a:rPr lang="en-US"/>
              <a:t>Standard Model Reuse</a:t>
            </a:r>
          </a:p>
          <a:p>
            <a:pPr marL="742950" lvl="1" indent="-285750">
              <a:buFont typeface="Arial" panose="020B0604020202020204" pitchFamily="34" charset="0"/>
              <a:buChar char="•"/>
            </a:pPr>
            <a:r>
              <a:rPr lang="en-US"/>
              <a:t>Reuse of industry-standard YANG models ensures interoperability and alignment with broader network practices.</a:t>
            </a:r>
          </a:p>
        </p:txBody>
      </p:sp>
    </p:spTree>
    <p:extLst>
      <p:ext uri="{BB962C8B-B14F-4D97-AF65-F5344CB8AC3E}">
        <p14:creationId xmlns:p14="http://schemas.microsoft.com/office/powerpoint/2010/main" val="362648735"/>
      </p:ext>
    </p:extLst>
  </p:cSld>
  <p:clrMapOvr>
    <a:masterClrMapping/>
  </p:clrMapOvr>
</p:sld>
</file>

<file path=ppt/slides/slide_A11_CC5A6F0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2791D-D214-FBDE-559A-D1561FC31EB5}"/>
              </a:ext>
            </a:extLst>
          </p:cNvPr>
          <p:cNvSpPr>
            <a:spLocks noGrp="1"/>
          </p:cNvSpPr>
          <p:nvPr>
            <p:ph type="title"/>
          </p:nvPr>
        </p:nvSpPr>
        <p:spPr>
          <a:xfrm>
            <a:off x="457199" y="377072"/>
            <a:ext cx="4958078" cy="1225485"/>
          </a:xfrm>
        </p:spPr>
        <p:txBody>
          <a:bodyPr anchor="t">
            <a:normAutofit/>
          </a:bodyPr>
          <a:lstStyle/>
          <a:p>
            <a:r>
              <a:rPr lang="en-US"/>
              <a:t>Tooling Required for YANG and CORECONF</a:t>
            </a:r>
          </a:p>
        </p:txBody>
      </p:sp>
      <p:pic>
        <p:nvPicPr>
          <p:cNvPr id="5" name="Content Placeholder 4" descr="Computer Network, Global Communication Concept&#10;Map: https://visibleearth.nasa.gov/images/57730/the-blue-marble-land-surface-ocean-color-and-sea-ice">
            <a:extLst>
              <a:ext uri="{FF2B5EF4-FFF2-40B4-BE49-F238E27FC236}">
                <a16:creationId xmlns:a16="http://schemas.microsoft.com/office/drawing/2014/main" id="{1210223C-0E66-4791-B079-79BBBB795C43}"/>
              </a:ext>
            </a:extLst>
          </p:cNvPr>
          <p:cNvPicPr>
            <a:picLocks noGrp="1" noChangeAspect="1"/>
          </p:cNvPicPr>
          <p:nvPr>
            <p:ph type="pic" sz="quarter" idx="13"/>
          </p:nvPr>
        </p:nvPicPr>
        <p:blipFill>
          <a:blip r:embed="rId3"/>
          <a:srcRect l="8166" r="4764" b="3"/>
          <a:stretch>
            <a:fillRect/>
          </a:stretch>
        </p:blipFill>
        <p:spPr>
          <a:xfrm>
            <a:off x="20" y="1842182"/>
            <a:ext cx="5758152" cy="4546457"/>
          </a:xfrm>
        </p:spPr>
      </p:pic>
      <p:sp>
        <p:nvSpPr>
          <p:cNvPr id="4" name="Content Placeholder 3">
            <a:extLst>
              <a:ext uri="{FF2B5EF4-FFF2-40B4-BE49-F238E27FC236}">
                <a16:creationId xmlns:a16="http://schemas.microsoft.com/office/drawing/2014/main" id="{772DC3C8-6327-62E8-1698-E7A24C44DB5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YANG Compilers and Validators</a:t>
            </a:r>
          </a:p>
          <a:p>
            <a:pPr marL="0" lvl="1" indent="0">
              <a:buFont typeface="Arial" panose="020B0604020202020204" pitchFamily="34" charset="0"/>
              <a:buNone/>
            </a:pPr>
            <a:r>
              <a:rPr lang="en-US" sz="1400"/>
              <a:t>Tools like pyang and yanglint verify syntax and semantics early in model development to ensure correctness.</a:t>
            </a:r>
          </a:p>
          <a:p>
            <a:pPr marL="0" indent="0">
              <a:spcBef>
                <a:spcPts val="2500"/>
              </a:spcBef>
              <a:buFont typeface="Arial" panose="020B0604020202020204" pitchFamily="34" charset="0"/>
              <a:buNone/>
            </a:pPr>
            <a:r>
              <a:rPr lang="en-US" sz="1400" b="1"/>
              <a:t>CBOR Encoding Libraries</a:t>
            </a:r>
          </a:p>
          <a:p>
            <a:pPr marL="0" lvl="1" indent="0">
              <a:buFont typeface="Arial" panose="020B0604020202020204" pitchFamily="34" charset="0"/>
              <a:buNone/>
            </a:pPr>
            <a:r>
              <a:rPr lang="en-US" sz="1400"/>
              <a:t>Libraries supporting YANG-CBOR mappings enable efficient data serialization in constrained environments.</a:t>
            </a:r>
          </a:p>
          <a:p>
            <a:pPr marL="0" indent="0">
              <a:spcBef>
                <a:spcPts val="2500"/>
              </a:spcBef>
              <a:buFont typeface="Arial" panose="020B0604020202020204" pitchFamily="34" charset="0"/>
              <a:buNone/>
            </a:pPr>
            <a:r>
              <a:rPr lang="en-US" sz="1400" b="1"/>
              <a:t>CoAP Client and Server Libraries</a:t>
            </a:r>
          </a:p>
          <a:p>
            <a:pPr marL="0" lvl="1" indent="0">
              <a:buFont typeface="Arial" panose="020B0604020202020204" pitchFamily="34" charset="0"/>
              <a:buNone/>
            </a:pPr>
            <a:r>
              <a:rPr lang="en-US" sz="1400"/>
              <a:t>These libraries manage message formatting, retransmissions, and security for CORECONF runtime communications.</a:t>
            </a:r>
          </a:p>
          <a:p>
            <a:pPr marL="0" indent="0">
              <a:spcBef>
                <a:spcPts val="2500"/>
              </a:spcBef>
              <a:buFont typeface="Arial" panose="020B0604020202020204" pitchFamily="34" charset="0"/>
              <a:buNone/>
            </a:pPr>
            <a:r>
              <a:rPr lang="en-US" sz="1400" b="1"/>
              <a:t>Integration and Testing Tools</a:t>
            </a:r>
          </a:p>
          <a:p>
            <a:pPr marL="0" lvl="1" indent="0">
              <a:buFont typeface="Arial" panose="020B0604020202020204" pitchFamily="34" charset="0"/>
              <a:buNone/>
            </a:pPr>
            <a:r>
              <a:rPr lang="en-US" sz="1400"/>
              <a:t>Simulators and test harnesses validate model and protocol interoperability ensuring robust CORECONF deployments.</a:t>
            </a:r>
          </a:p>
        </p:txBody>
      </p:sp>
    </p:spTree>
    <p:extLst>
      <p:ext uri="{BB962C8B-B14F-4D97-AF65-F5344CB8AC3E}">
        <p14:creationId xmlns:p14="http://schemas.microsoft.com/office/powerpoint/2010/main" val="34284787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2_4ABA97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3C715-415C-D3D4-98FB-0C752163C13C}"/>
              </a:ext>
            </a:extLst>
          </p:cNvPr>
          <p:cNvSpPr>
            <a:spLocks noGrp="1"/>
          </p:cNvSpPr>
          <p:nvPr>
            <p:ph type="title"/>
          </p:nvPr>
        </p:nvSpPr>
        <p:spPr>
          <a:xfrm>
            <a:off x="457199" y="377072"/>
            <a:ext cx="4958078" cy="1225485"/>
          </a:xfrm>
        </p:spPr>
        <p:txBody>
          <a:bodyPr anchor="t">
            <a:normAutofit/>
          </a:bodyPr>
          <a:lstStyle/>
          <a:p>
            <a:r>
              <a:rPr lang="en-US" sz="3000"/>
              <a:t>Typical End-to-End YANG and CORECONF Workflow</a:t>
            </a:r>
          </a:p>
        </p:txBody>
      </p:sp>
      <p:pic>
        <p:nvPicPr>
          <p:cNvPr id="5" name="Content Placeholder 4" descr="Network security cyber data protection encryption safety">
            <a:extLst>
              <a:ext uri="{FF2B5EF4-FFF2-40B4-BE49-F238E27FC236}">
                <a16:creationId xmlns:a16="http://schemas.microsoft.com/office/drawing/2014/main" id="{AE4DB006-A19E-4D96-9721-9D6AA0FD7287}"/>
              </a:ext>
            </a:extLst>
          </p:cNvPr>
          <p:cNvPicPr>
            <a:picLocks noGrp="1" noChangeAspect="1"/>
          </p:cNvPicPr>
          <p:nvPr>
            <p:ph type="pic" sz="quarter" idx="13"/>
          </p:nvPr>
        </p:nvPicPr>
        <p:blipFill>
          <a:blip r:embed="rId3"/>
          <a:stretch/>
        </p:blipFill>
        <p:spPr>
          <a:xfrm>
            <a:off x="0" y="1956096"/>
            <a:ext cx="5758172" cy="4318629"/>
          </a:xfrm>
        </p:spPr>
      </p:pic>
      <p:sp>
        <p:nvSpPr>
          <p:cNvPr id="4" name="Content Placeholder 3">
            <a:extLst>
              <a:ext uri="{FF2B5EF4-FFF2-40B4-BE49-F238E27FC236}">
                <a16:creationId xmlns:a16="http://schemas.microsoft.com/office/drawing/2014/main" id="{FD26C66B-B540-91C0-B401-0B59DAA18DC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YANG Model Selection and Validation</a:t>
            </a:r>
          </a:p>
          <a:p>
            <a:pPr marL="0" lvl="1" indent="0">
              <a:buFont typeface="Arial" panose="020B0604020202020204" pitchFamily="34" charset="0"/>
              <a:buNone/>
            </a:pPr>
            <a:r>
              <a:rPr lang="en-US" sz="1400"/>
              <a:t>Selecting and validating YANG models from standards or vendors using tools ensures model correctness and compliance.</a:t>
            </a:r>
          </a:p>
          <a:p>
            <a:pPr marL="0" indent="0">
              <a:spcBef>
                <a:spcPts val="2500"/>
              </a:spcBef>
              <a:buFont typeface="Arial" panose="020B0604020202020204" pitchFamily="34" charset="0"/>
              <a:buNone/>
            </a:pPr>
            <a:r>
              <a:rPr lang="en-US" sz="1400" b="1"/>
              <a:t>Processing for Constrained Devices</a:t>
            </a:r>
          </a:p>
          <a:p>
            <a:pPr marL="0" lvl="1" indent="0">
              <a:buFont typeface="Arial" panose="020B0604020202020204" pitchFamily="34" charset="0"/>
              <a:buNone/>
            </a:pPr>
            <a:r>
              <a:rPr lang="en-US" sz="1400"/>
              <a:t>Models are converted to efficient schemas and integrated into firmware for constrained device operation.</a:t>
            </a:r>
          </a:p>
          <a:p>
            <a:pPr marL="0" indent="0">
              <a:spcBef>
                <a:spcPts val="2500"/>
              </a:spcBef>
              <a:buFont typeface="Arial" panose="020B0604020202020204" pitchFamily="34" charset="0"/>
              <a:buNone/>
            </a:pPr>
            <a:r>
              <a:rPr lang="en-US" sz="1400" b="1"/>
              <a:t>Device and Client Integration</a:t>
            </a:r>
          </a:p>
          <a:p>
            <a:pPr marL="0" lvl="1" indent="0">
              <a:buFont typeface="Arial" panose="020B0604020202020204" pitchFamily="34" charset="0"/>
              <a:buNone/>
            </a:pPr>
            <a:r>
              <a:rPr lang="en-US" sz="1400"/>
              <a:t>CoAP servers expose CORECONF resources with security; clients use YANG-aware encoders for management.</a:t>
            </a:r>
          </a:p>
          <a:p>
            <a:pPr marL="0" indent="0">
              <a:spcBef>
                <a:spcPts val="2500"/>
              </a:spcBef>
              <a:buFont typeface="Arial" panose="020B0604020202020204" pitchFamily="34" charset="0"/>
              <a:buNone/>
            </a:pPr>
            <a:r>
              <a:rPr lang="en-US" sz="1400" b="1"/>
              <a:t>Testing and Unified Deployment</a:t>
            </a:r>
          </a:p>
          <a:p>
            <a:pPr marL="0" lvl="1" indent="0">
              <a:buFont typeface="Arial" panose="020B0604020202020204" pitchFamily="34" charset="0"/>
              <a:buNone/>
            </a:pPr>
            <a:r>
              <a:rPr lang="en-US" sz="1400"/>
              <a:t>Interoperability testing ensures consistent deployments; YANG models enable unified network management.</a:t>
            </a:r>
          </a:p>
        </p:txBody>
      </p:sp>
    </p:spTree>
    <p:extLst>
      <p:ext uri="{BB962C8B-B14F-4D97-AF65-F5344CB8AC3E}">
        <p14:creationId xmlns:p14="http://schemas.microsoft.com/office/powerpoint/2010/main" val="12537423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3_FE7956F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D2ED4-001F-6B81-31BF-0A5889F95467}"/>
              </a:ext>
            </a:extLst>
          </p:cNvPr>
          <p:cNvSpPr>
            <a:spLocks noGrp="1"/>
          </p:cNvSpPr>
          <p:nvPr>
            <p:ph type="title"/>
          </p:nvPr>
        </p:nvSpPr>
        <p:spPr>
          <a:xfrm>
            <a:off x="457199" y="377072"/>
            <a:ext cx="4958078" cy="1225485"/>
          </a:xfrm>
        </p:spPr>
        <p:txBody>
          <a:bodyPr anchor="t">
            <a:normAutofit/>
          </a:bodyPr>
          <a:lstStyle/>
          <a:p>
            <a:r>
              <a:rPr lang="en-US"/>
              <a:t>Key Takeaways and Summary</a:t>
            </a:r>
          </a:p>
        </p:txBody>
      </p:sp>
      <p:pic>
        <p:nvPicPr>
          <p:cNvPr id="5" name="Content Placeholder 4" descr="Smart city and wireless communication network">
            <a:extLst>
              <a:ext uri="{FF2B5EF4-FFF2-40B4-BE49-F238E27FC236}">
                <a16:creationId xmlns:a16="http://schemas.microsoft.com/office/drawing/2014/main" id="{E2B862EE-9EF1-4AAD-AA1F-1205B15FA324}"/>
              </a:ext>
            </a:extLst>
          </p:cNvPr>
          <p:cNvPicPr>
            <a:picLocks noGrp="1" noChangeAspect="1"/>
          </p:cNvPicPr>
          <p:nvPr>
            <p:ph type="pic" sz="quarter" idx="13"/>
          </p:nvPr>
        </p:nvPicPr>
        <p:blipFill>
          <a:blip r:embed="rId3"/>
          <a:srcRect l="12118" r="3342"/>
          <a:stretch>
            <a:fillRect/>
          </a:stretch>
        </p:blipFill>
        <p:spPr>
          <a:xfrm>
            <a:off x="20" y="1842182"/>
            <a:ext cx="5758152" cy="4546457"/>
          </a:xfrm>
        </p:spPr>
      </p:pic>
      <p:sp>
        <p:nvSpPr>
          <p:cNvPr id="4" name="Content Placeholder 3">
            <a:extLst>
              <a:ext uri="{FF2B5EF4-FFF2-40B4-BE49-F238E27FC236}">
                <a16:creationId xmlns:a16="http://schemas.microsoft.com/office/drawing/2014/main" id="{DAF87190-81B2-37FC-9B0E-00C42651B46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Comprehensive IoT Management</a:t>
            </a:r>
          </a:p>
          <a:p>
            <a:pPr marL="0" lvl="1" indent="0">
              <a:buFont typeface="Arial" panose="020B0604020202020204" pitchFamily="34" charset="0"/>
              <a:buNone/>
            </a:pPr>
            <a:r>
              <a:rPr lang="en-US" sz="1400"/>
              <a:t>CoAP, IETF CORE, and CORECONF offer interoperable solutions for managing constrained IoT devices efficiently.</a:t>
            </a:r>
          </a:p>
          <a:p>
            <a:pPr marL="0" indent="0">
              <a:spcBef>
                <a:spcPts val="2500"/>
              </a:spcBef>
              <a:buFont typeface="Arial" panose="020B0604020202020204" pitchFamily="34" charset="0"/>
              <a:buNone/>
            </a:pPr>
            <a:r>
              <a:rPr lang="en-US" sz="1400" b="1"/>
              <a:t>Protocol Reuse and Consistency</a:t>
            </a:r>
          </a:p>
          <a:p>
            <a:pPr marL="0" lvl="1" indent="0">
              <a:buFont typeface="Arial" panose="020B0604020202020204" pitchFamily="34" charset="0"/>
              <a:buNone/>
            </a:pPr>
            <a:r>
              <a:rPr lang="en-US" sz="1400"/>
              <a:t>CORECONF reuses YANG and RESTCONF semantics, ensuring consistency and protecting existing protocol investments.</a:t>
            </a:r>
          </a:p>
          <a:p>
            <a:pPr marL="0" indent="0">
              <a:spcBef>
                <a:spcPts val="2500"/>
              </a:spcBef>
              <a:buFont typeface="Arial" panose="020B0604020202020204" pitchFamily="34" charset="0"/>
              <a:buNone/>
            </a:pPr>
            <a:r>
              <a:rPr lang="en-US" sz="1400" b="1"/>
              <a:t>Mature Tooling Ecosystem</a:t>
            </a:r>
          </a:p>
          <a:p>
            <a:pPr marL="0" lvl="1" indent="0">
              <a:buFont typeface="Arial" panose="020B0604020202020204" pitchFamily="34" charset="0"/>
              <a:buNone/>
            </a:pPr>
            <a:r>
              <a:rPr lang="en-US" sz="1400"/>
              <a:t>YANG validators, CBOR encoders, and CoAP libraries support real-world deployments with standardized workflows.</a:t>
            </a:r>
          </a:p>
          <a:p>
            <a:pPr marL="0" indent="0">
              <a:spcBef>
                <a:spcPts val="2500"/>
              </a:spcBef>
              <a:buFont typeface="Arial" panose="020B0604020202020204" pitchFamily="34" charset="0"/>
              <a:buNone/>
            </a:pPr>
            <a:r>
              <a:rPr lang="en-US" sz="1400" b="1"/>
              <a:t>Scalable and Secure Management</a:t>
            </a:r>
          </a:p>
          <a:p>
            <a:pPr marL="0" lvl="1" indent="0">
              <a:buFont typeface="Arial" panose="020B0604020202020204" pitchFamily="34" charset="0"/>
              <a:buNone/>
            </a:pPr>
            <a:r>
              <a:rPr lang="en-US" sz="1400"/>
              <a:t>CORECONF adapts network management principles to IoT, enabling scalable, secure, and interoperable device control.</a:t>
            </a:r>
          </a:p>
        </p:txBody>
      </p:sp>
    </p:spTree>
    <p:extLst>
      <p:ext uri="{BB962C8B-B14F-4D97-AF65-F5344CB8AC3E}">
        <p14:creationId xmlns:p14="http://schemas.microsoft.com/office/powerpoint/2010/main" val="42693649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9CC5022B.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A6DD140A.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Custom 35">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EBD40D9C-CA72-493B-87C2-C0EB162C667E}" vid="{D0940FF3-4015-4C8A-9B90-9961EFA3BC7C}"/>
    </a:ext>
  </a:extLst>
</a:theme>
</file>

<file path=docProps/core.xml><?xml version="1.0" encoding="utf-8"?>
<cp:coreProperties xmlns:cp="http://schemas.openxmlformats.org/package/2006/metadata/core-properties" xmlns:dc="http://purl.org/dc/elements/1.1/" xmlns:dcterms="http://purl.org/dc/terms/" xmlns:xsi="http://www.w3.org/2001/XMLSchema-instance">
  <dc:creator>scott.mansfield@ericsson.com</dc:creator>
  <cp:lastModifiedBy>scott.mansfield@ericsson.com</cp:lastModifiedBy>
</cp:coreProperties>
</file>